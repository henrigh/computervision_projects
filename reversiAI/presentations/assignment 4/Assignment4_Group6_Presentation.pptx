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5" r:id="rId4"/>
    <p:sldId id="266" r:id="rId5"/>
    <p:sldId id="267" r:id="rId6"/>
    <p:sldId id="268" r:id="rId7"/>
    <p:sldId id="257" r:id="rId8"/>
    <p:sldId id="258" r:id="rId9"/>
    <p:sldId id="259" r:id="rId10"/>
    <p:sldId id="260" r:id="rId11"/>
    <p:sldId id="262" r:id="rId12"/>
    <p:sldId id="261" r:id="rId13"/>
    <p:sldId id="263" r:id="rId14"/>
    <p:sldId id="26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4BF99-E2EB-49C0-A4D0-ECE9B3C40149}" v="6" dt="2025-06-02T15:18:09.616"/>
    <p1510:client id="{4504F4C1-B512-49A6-AC8E-33E62F8F1E1C}" v="149" dt="2025-06-01T20:01:17.258"/>
    <p1510:client id="{F6B34FFA-E55C-4010-B7C3-5FF8AEEACABA}" v="320" dt="2025-06-02T00:28:50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02T06:33:45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3434 18259 16383 0 0,'2'-2'0'0'0,"6"-6"0"0"0,4-4 0 0 0,1-1 0 0 0,5-5 0 0 0,0 0 0 0 0,2-2 0 0 0,1-1 0 0 0,0 0 0 0 0,0 0 0 0 0,1-1 0 0 0,-2 2 0 0 0,-1 1 0 0 0,1-1 0 0 0,1-1 0 0 0,0 0 0 0 0,1-1 0 0 0,-1 1 0 0 0,-2 2 0 0 0,-2 2 0 0 0,1-1 0 0 0,3-3 0 0 0,3-3 0 0 0,4-4 0 0 0,-1 1 0 0 0,-4 4 0 0 0,1-1 0 0 0,-1 1 0 0 0,2-2 0 0 0,-2 2 0 0 0,0 0 0 0 0,-2 2 0 0 0,-1 1 0 0 0,-3 3 0 0 0,1-1 0 0 0,0 0 0 0 0,1-1 0 0 0,2-2 0 0 0,1-1 0 0 0,-3 3 0 0 0,2-2 0 0 0,-2 2 0 0 0,4-4 0 0 0,5-5 0 0 0,-1 1 0 0 0,1-1 0 0 0,-3 3 0 0 0,4-4 0 0 0,2-2 0 0 0,0 0 0 0 0,4-4 0 0 0,-1 1 0 0 0,-4 4 0 0 0,-3 3 0 0 0,-1 1 0 0 0,2-2 0 0 0,1-1 0 0 0,2-2 0 0 0,1-1 0 0 0,-3 3 0 0 0,1-1 0 0 0,2-2 0 0 0,3-3 0 0 0,2-2 0 0 0,3-3 0 0 0,-2 2 0 0 0,-5 5 0 0 0,2-2 0 0 0,-1 1 0 0 0,1-1 0 0 0,-1 1 0 0 0,6-6 0 0 0,3-3 0 0 0,5-5 0 0 0,3-3 0 0 0,-4 4 0 0 0,-5 5 0 0 0,3-3 0 0 0,-3 3 0 0 0,-5 5 0 0 0,-7 7 0 0 0,-1 2 0 0 0,-4 2 0 0 0,-1 2 0 0 0,-3 3 0 0 0,3-3 0 0 0,4-4 0 0 0,6-6 0 0 0,3-3 0 0 0,-1 1 0 0 0,1-1 0 0 0,1-1 0 0 0,-2 2 0 0 0,-4 4 0 0 0,2-2 0 0 0,0 0 0 0 0,-2 2 0 0 0,-3 3 0 0 0,2-2 0 0 0,3-3 0 0 0,1-1 0 0 0,1 0 0 0 0,1-3 0 0 0,0 1 0 0 0,-5 5 0 0 0,-5 5 0 0 0,-5 5 0 0 0,-4 4 0 0 0,0 0 0 0 0,1-1 0 0 0,2-2 0 0 0,1-1 0 0 0,-3 3 0 0 0,6-6 0 0 0,6-6 0 0 0,-1 1 0 0 0,5-5 0 0 0,0 0 0 0 0,2-2 0 0 0,1-1 0 0 0,2-1 0 0 0,2-4 0 0 0,0 1 0 0 0,-3 3 0 0 0,-4 4 0 0 0,5-5 0 0 0,2-2 0 0 0,-2 2 0 0 0,0 0 0 0 0,-5 5 0 0 0,-6 6 0 0 0,-3 3 0 0 0,1-1 0 0 0,3-3 0 0 0,1-1 0 0 0,0 0 0 0 0,-1 1 0 0 0,2-2 0 0 0,-3 3 0 0 0,-3 3 0 0 0,0 0 0 0 0,1-1 0 0 0,3-3 0 0 0,1-1 0 0 0,2-2 0 0 0,0 0 0 0 0,1-1 0 0 0,5-5 0 0 0,3-3 0 0 0,0 0 0 0 0,3-3 0 0 0,-1 1 0 0 0,1-1 0 0 0,-3 3 0 0 0,-3 3 0 0 0,-2 2 0 0 0,-4 4 0 0 0,-2 2 0 0 0,4-4 0 0 0,1-1 0 0 0,-1 2 0 0 0,0-2 0 0 0,-1 2 0 0 0,-2 2 0 0 0,4-3 0 0 0,1-3 0 0 0,1 0 0 0 0,0 0 0 0 0,-2 2 0 0 0,5-5 0 0 0,-2 2 0 0 0,-4 4 0 0 0,0 0 0 0 0,-3 3 0 0 0,-1 1 0 0 0,-4 4 0 0 0,4-4 0 0 0,4-4 0 0 0,2-2 0 0 0,7-7 0 0 0,-2 2 0 0 0,-6 6 0 0 0,-1 1 0 0 0,-1 1 0 0 0,0 0 0 0 0,-5 5 0 0 0,-2 2 0 0 0,4-4 0 0 0,4-3 0 0 0,2-4 0 0 0,5-4 0 0 0,2-1 0 0 0,-2 0 0 0 0,1 0 0 0 0,-1 1 0 0 0,-2 2 0 0 0,-2 2 0 0 0,-1 1 0 0 0,0 0 0 0 0,-1 1 0 0 0,-3 3 0 0 0,1-1 0 0 0,-3 3 0 0 0,-3 3 0 0 0,4-4 0 0 0,5-5 0 0 0,0 0 0 0 0,-3 3 0 0 0,0 0 0 0 0,2-2 0 0 0,-2 2 0 0 0,9-9 0 0 0,1-1 0 0 0,2-2 0 0 0,-4 4 0 0 0,-4 4 0 0 0,-2 2 0 0 0,-3 3 0 0 0,-1 1 0 0 0,-3 3 0 0 0,-3 3 0 0 0,8-8 0 0 0,3-3 0 0 0,4-4 0 0 0,-2 2 0 0 0,-6 6 0 0 0,-1 1 0 0 0,-4 4 0 0 0,-4 4 0 0 0,1-1 0 0 0,-2 2 0 0 0,-2 2 0 0 0,-3 3 0 0 0,-1 1 0 0 0,2-2 0 0 0,2-2 0 0 0,-2 2 0 0 0,2-2 0 0 0,3-3 0 0 0,1-1 0 0 0,2-2 0 0 0,2-2 0 0 0,1-1 0 0 0,-3 3 0 0 0,-1 1 0 0 0,-1 1 0 0 0,6-6 0 0 0,3-3 0 0 0,2-2 0 0 0,-1 1 0 0 0,0 0 0 0 0,-3 3 0 0 0,2-2 0 0 0,0 0 0 0 0,-1 1 0 0 0,-3 4 0 0 0,-4 2 0 0 0,5-4 0 0 0,1-1 0 0 0,0 0 0 0 0,-1 1 0 0 0,1-1 0 0 0,-2 2 0 0 0,-2 2 0 0 0,0 0 0 0 0,-2 2 0 0 0,1-1 0 0 0,0 0 0 0 0,0 0 0 0 0,0 0 0 0 0,0 0 0 0 0,1-1 0 0 0,-3 3 0 0 0,-1 1 0 0 0,-2 2 0 0 0,-2 2 0 0 0,0 0 0 0 0,-1 1 0 0 0,5-5 0 0 0,4-4 0 0 0,-1 1 0 0 0,0 0 0 0 0,2-2 0 0 0,1-1 0 0 0,-3 3 0 0 0,0 0 0 0 0,4-4 0 0 0,-1 1 0 0 0,-1 1 0 0 0,-1 1 0 0 0,0 0 0 0 0,0 0 0 0 0,-1 1 0 0 0,-2 2 0 0 0,-3 3 0 0 0,4-4 0 0 0,0 0 0 0 0,0 0 0 0 0,5-5 0 0 0,0 0 0 0 0,-3 3 0 0 0,-5 5 0 0 0,-3 3 0 0 0,-2 2 0 0 0,-3 3 0 0 0,-1 1 0 0 0,-1 1 0 0 0,2-2 0 0 0,4-4 0 0 0,0 0 0 0 0,-1 1 0 0 0,2-2 0 0 0,0 0 0 0 0,-2 2 0 0 0,-3 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02T06:33:45.6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7666 8837 16383 0 0,'0'9'0'0'0,"0"9"0"0"0,0 4 0 0 0,0 9 0 0 0,0 4 0 0 0,0 0 0 0 0,0-1 0 0 0,0-1 0 0 0,0-2 0 0 0,0-2 0 0 0,0-1 0 0 0,0 0 0 0 0,0-1 0 0 0,0 1 0 0 0,0-1 0 0 0,0 0 0 0 0,0 0 0 0 0,0 5 0 0 0,0 2 0 0 0,0-1 0 0 0,0 0 0 0 0,0 2 0 0 0,0 1 0 0 0,0-2 0 0 0,0-1 0 0 0,0-2 0 0 0,0-1 0 0 0,0-2 0 0 0,0 0 0 0 0,0-1 0 0 0,0 5 0 0 0,0 1 0 0 0,0 0 0 0 0,0-1 0 0 0,0-1 0 0 0,0 3 0 0 0,0 1 0 0 0,0-1 0 0 0,0-2 0 0 0,0-1 0 0 0,0-2 0 0 0,0-1 0 0 0,0 0 0 0 0,0-1 0 0 0,0 5 0 0 0,0 6 0 0 0,0 6 0 0 0,0 1 0 0 0,0 1 0 0 0,0 2 0 0 0,0 3 0 0 0,0 2 0 0 0,0-4 0 0 0,0 0 0 0 0,0-4 0 0 0,0 4 0 0 0,0-1 0 0 0,0-5 0 0 0,0 0 0 0 0,0 3 0 0 0,0-3 0 0 0,0 1 0 0 0,0-2 0 0 0,0 1 0 0 0,0-2 0 0 0,0 1 0 0 0,0-2 0 0 0,0-3 0 0 0,0-3 0 0 0,0-2 0 0 0,0 6 0 0 0,0 8 0 0 0,0-1 0 0 0,0-3 0 0 0,0 1 0 0 0,0-2 0 0 0,0 1 0 0 0,0 3 0 0 0,0 8 0 0 0,0 4 0 0 0,0-3 0 0 0,0 3 0 0 0,0-3 0 0 0,0 4 0 0 0,0-5 0 0 0,0-1 0 0 0,0-4 0 0 0,0-2 0 0 0,0 1 0 0 0,0 6 0 0 0,0 4 0 0 0,0-3 0 0 0,0-6 0 0 0,0 2 0 0 0,0 3 0 0 0,0-4 0 0 0,0 0 0 0 0,0-4 0 0 0,0 4 0 0 0,0 4 0 0 0,0 6 0 0 0,0 7 0 0 0,0 7 0 0 0,0-4 0 0 0,0 4 0 0 0,0 4 0 0 0,0 3 0 0 0,0-3 0 0 0,0 0 0 0 0,0-9 0 0 0,0-2 0 0 0,0-2 0 0 0,0-4 0 0 0,0 8 0 0 0,0 0 0 0 0,0 9 0 0 0,0 0 0 0 0,0 0 0 0 0,0 2 0 0 0,0 2 0 0 0,0-5 0 0 0,0 0 0 0 0,0-9 0 0 0,0-1 0 0 0,0 1 0 0 0,0-10 0 0 0,0-5 0 0 0,0-3 0 0 0,0 0 0 0 0,0-3 0 0 0,0 3 0 0 0,0 4 0 0 0,0 2 0 0 0,0 6 0 0 0,0-4 0 0 0,0-1 0 0 0,0-1 0 0 0,0 8 0 0 0,0 9 0 0 0,0 5 0 0 0,0 8 0 0 0,0 0 0 0 0,0 3 0 0 0,0 1 0 0 0,0-5 0 0 0,0-8 0 0 0,0-7 0 0 0,0-11 0 0 0,0-5 0 0 0,0-8 0 0 0,0 3 0 0 0,0 7 0 0 0,0-1 0 0 0,0-1 0 0 0,0-3 0 0 0,0-3 0 0 0,0-3 0 0 0,0-1 0 0 0,0 3 0 0 0,0 2 0 0 0,0-2 0 0 0,0 0 0 0 0,0 2 0 0 0,0-3 0 0 0,0-4 0 0 0,0 5 0 0 0,0-1 0 0 0,0 2 0 0 0,0-3 0 0 0,0-5 0 0 0,0-3 0 0 0,0-4 0 0 0,0-2 0 0 0,0-2 0 0 0,0-1 0 0 0,0 0 0 0 0,0 4 0 0 0,0 2 0 0 0,0 0 0 0 0,0-1 0 0 0,0 3 0 0 0,0 1 0 0 0,0 3 0 0 0,0 0 0 0 0,0-2 0 0 0,0-3 0 0 0,0-2 0 0 0,0-2 0 0 0,0 3 0 0 0,0 1 0 0 0,0-1 0 0 0,0-1 0 0 0,0-2 0 0 0,0 4 0 0 0,0 1 0 0 0,0-2 0 0 0,0-1 0 0 0,0-1 0 0 0,0-2 0 0 0,0 0 0 0 0,0-2 0 0 0,0 1 0 0 0,0-1 0 0 0,0 0 0 0 0,0 0 0 0 0,0 1 0 0 0,0-6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02T06:33:45.6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7673 8883 16383 0 0,'0'0'0'0'0,"5"0"0"0"0,5 0 0 0 0,3 0 0 0 0,2 0 0 0 0,-1 0 0 0 0,3 0 0 0 0,1 0 0 0 0,4 0 0 0 0,2 0 0 0 0,2 0 0 0 0,6 0 0 0 0,2 0 0 0 0,5 0 0 0 0,0 0 0 0 0,3 0 0 0 0,-1 0 0 0 0,-3 0 0 0 0,-3 0 0 0 0,-3 0 0 0 0,2 0 0 0 0,-4 0 0 0 0,-3 0 0 0 0,4 0 0 0 0,1 0 0 0 0,-1 0 0 0 0,5 0 0 0 0,0 0 0 0 0,3 0 0 0 0,5 0 0 0 0,0 0 0 0 0,-4 0 0 0 0,1 0 0 0 0,-1 0 0 0 0,1 0 0 0 0,-1 0 0 0 0,-3 0 0 0 0,-3 0 0 0 0,-8 0 0 0 0,-3 0 0 0 0,4 0 0 0 0,2 0 0 0 0,10 0 0 0 0,7 0 0 0 0,2 0 0 0 0,1 0 0 0 0,-3 0 0 0 0,-5 0 0 0 0,1 0 0 0 0,-3 0 0 0 0,6 0 0 0 0,0 0 0 0 0,7 0 0 0 0,13 0 0 0 0,9 0 0 0 0,2 0 0 0 0,2 0 0 0 0,-3 0 0 0 0,-10 0 0 0 0,-11 0 0 0 0,-5 0 0 0 0,-7 0 0 0 0,-5 0 0 0 0,-1 0 0 0 0,9 0 0 0 0,6 0 0 0 0,3 0 0 0 0,7 0 0 0 0,-3 0 0 0 0,-1 0 0 0 0,-7 0 0 0 0,-1 0 0 0 0,-5 0 0 0 0,-1 0 0 0 0,2 0 0 0 0,3 0 0 0 0,-2 0 0 0 0,0 0 0 0 0,2 0 0 0 0,1 0 0 0 0,-1 0 0 0 0,-6 0 0 0 0,0 0 0 0 0,-2 0 0 0 0,-4 0 0 0 0,-3 0 0 0 0,2 0 0 0 0,10 0 0 0 0,5 0 0 0 0,10 0 0 0 0,7 0 0 0 0,-2 0 0 0 0,-3 0 0 0 0,-8 0 0 0 0,-8 0 0 0 0,-2 0 0 0 0,0 0 0 0 0,3 0 0 0 0,-3 0 0 0 0,1 0 0 0 0,2 0 0 0 0,-2 0 0 0 0,5 0 0 0 0,3 0 0 0 0,3 0 0 0 0,-5 0 0 0 0,0 0 0 0 0,-1 0 0 0 0,6 0 0 0 0,-2 0 0 0 0,-1 0 0 0 0,0 0 0 0 0,5 0 0 0 0,-3 0 0 0 0,8 0 0 0 0,8 0 0 0 0,10 0 0 0 0,0 0 0 0 0,6 0 0 0 0,-3 0 0 0 0,-6 0 0 0 0,-3 0 0 0 0,-4 0 0 0 0,-6 0 0 0 0,1 0 0 0 0,-1 0 0 0 0,1 0 0 0 0,0 0 0 0 0,7 0 0 0 0,5 0 0 0 0,3 0 0 0 0,-2 0 0 0 0,-6 0 0 0 0,-6 0 0 0 0,-9 0 0 0 0,-10 0 0 0 0,-9 0 0 0 0,-6 0 0 0 0,-4 0 0 0 0,2 0 0 0 0,6 0 0 0 0,15 0 0 0 0,7 0 0 0 0,14 0 0 0 0,2 0 0 0 0,4 0 0 0 0,2 0 0 0 0,-4 0 0 0 0,-5 0 0 0 0,-11 0 0 0 0,-10 0 0 0 0,-5 0 0 0 0,4 0 0 0 0,2 0 0 0 0,2 0 0 0 0,2 0 0 0 0,4 0 0 0 0,3 0 0 0 0,3 0 0 0 0,-4 0 0 0 0,-4 0 0 0 0,-6 0 0 0 0,-4 0 0 0 0,-4 0 0 0 0,-6 0 0 0 0,-4 0 0 0 0,-3 0 0 0 0,2 0 0 0 0,0 0 0 0 0,0 0 0 0 0,-2 0 0 0 0,-1 0 0 0 0,-1 0 0 0 0,-1 0 0 0 0,9 0 0 0 0,3 0 0 0 0,3 0 0 0 0,0 0 0 0 0,2 0 0 0 0,2 0 0 0 0,-2 0 0 0 0,-3 0 0 0 0,-6 0 0 0 0,2 0 0 0 0,-2 0 0 0 0,3 0 0 0 0,0 0 0 0 0,-3 0 0 0 0,-3 0 0 0 0,-1 0 0 0 0,2 0 0 0 0,0 0 0 0 0,-5 0 0 0 0,1 0 0 0 0,1 0 0 0 0,4 0 0 0 0,1 0 0 0 0,3 0 0 0 0,0 0 0 0 0,3 0 0 0 0,-1 0 0 0 0,-3 0 0 0 0,-3 0 0 0 0,-3 0 0 0 0,-7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02T06:33:45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3318 14934 16383 0 0,'5'-4'0'0'0,"4"-5"0"0"0,2-2 0 0 0,2-2 0 0 0,1-2 0 0 0,3-2 0 0 0,3-3 0 0 0,1 0 0 0 0,1-2 0 0 0,-1 0 0 0 0,1 0 0 0 0,2-1 0 0 0,-2 1 0 0 0,1-1 0 0 0,-2 1 0 0 0,1 1 0 0 0,1-2 0 0 0,1-1 0 0 0,-1 0 0 0 0,1 1 0 0 0,0-1 0 0 0,-1 1 0 0 0,-1 0 0 0 0,0 2 0 0 0,-1-1 0 0 0,2-1 0 0 0,1-1 0 0 0,2-1 0 0 0,-2 1 0 0 0,0 0 0 0 0,5-5 0 0 0,3-3 0 0 0,-3 2 0 0 0,-3 4 0 0 0,-4 4 0 0 0,-3 4 0 0 0,0-1 0 0 0,-2 1 0 0 0,0 2 0 0 0,-2 0 0 0 0,0 2 0 0 0,-1 0 0 0 0,0 0 0 0 0,-1 0 0 0 0,1 1 0 0 0,-1-1 0 0 0,3-2 0 0 0,1 0 0 0 0,0-1 0 0 0,1-1 0 0 0,1-1 0 0 0,-2 1 0 0 0,3-1 0 0 0,1-2 0 0 0,0 0 0 0 0,0-1 0 0 0,0 1 0 0 0,-1 2 0 0 0,-3 1 0 0 0,-1 2 0 0 0,-1 1 0 0 0,2-1 0 0 0,-1-1 0 0 0,5-4 0 0 0,4-3 0 0 0,-1 0 0 0 0,-2 1 0 0 0,-2 4 0 0 0,-2 1 0 0 0,-2 2 0 0 0,3-3 0 0 0,3-4 0 0 0,3-2 0 0 0,2-1 0 0 0,3-4 0 0 0,8-8 0 0 0,4-5 0 0 0,3-2 0 0 0,1 0 0 0 0,1-2 0 0 0,4-5 0 0 0,6-5 0 0 0,10-9 0 0 0,8-10 0 0 0,10-8 0 0 0,10-11 0 0 0,6-6 0 0 0,1-2 0 0 0,6-4 0 0 0,-8 6 0 0 0,-3 5 0 0 0,0-1 0 0 0,-12 11 0 0 0,-6 8 0 0 0,-10 8 0 0 0,1 1 0 0 0,-6 5 0 0 0,3-3 0 0 0,9-9 0 0 0,10-11 0 0 0,7-6 0 0 0,9-8 0 0 0,3-4 0 0 0,-5 4 0 0 0,-2 4 0 0 0,-5 3 0 0 0,-8 9 0 0 0,-4 5 0 0 0,-8 7 0 0 0,-8 8 0 0 0,-4 4 0 0 0,-3 3 0 0 0,5-6 0 0 0,1 0 0 0 0,9-8 0 0 0,1-2 0 0 0,6-7 0 0 0,0 2 0 0 0,4-5 0 0 0,-2 2 0 0 0,-7 6 0 0 0,2 0 0 0 0,-9 8 0 0 0,3-4 0 0 0,-3 4 0 0 0,-4 5 0 0 0,8-9 0 0 0,1-2 0 0 0,0 1 0 0 0,4-4 0 0 0,-4 5 0 0 0,-1-1 0 0 0,0 2 0 0 0,-2 0 0 0 0,-2 4 0 0 0,-4 3 0 0 0,-6 6 0 0 0,1-2 0 0 0,-4 6 0 0 0,-3 1 0 0 0,0 2 0 0 0,-2 1 0 0 0,-6 5 0 0 0,0 1 0 0 0,2-1 0 0 0,2-3 0 0 0,0 0 0 0 0,1-1 0 0 0,-1 0 0 0 0,2 0 0 0 0,-2 1 0 0 0,-2 1 0 0 0,-1 3 0 0 0,-2 0 0 0 0,4-3 0 0 0,-4 4 0 0 0,-2 3 0 0 0,1-3 0 0 0,6-4 0 0 0,3-4 0 0 0,-5 4 0 0 0,-7 8 0 0 0,-3 4 0 0 0,-2 0 0 0 0,-3 5 0 0 0,0-1 0 0 0,-4 3 0 0 0,4-2 0 0 0,1-2 0 0 0,-1 0 0 0 0,3-1 0 0 0,-4 3 0 0 0,-3 3 0 0 0,-3 3 0 0 0,3-3 0 0 0,-2 2 0 0 0,0 0 0 0 0,-2 2 0 0 0,2-2 0 0 0,-1 1 0 0 0,0-1 0 0 0,1 0 0 0 0,3-3 0 0 0,2-1 0 0 0,0-1 0 0 0,-1 0 0 0 0,-2 4 0 0 0,-4 2 0 0 0,-3 5 0 0 0,-3 2 0 0 0,1-1 0 0 0,1-1 0 0 0,0-1 0 0 0,2 0 0 0 0,2-3 0 0 0,1-1 0 0 0,2-2 0 0 0,-2 2 0 0 0,-2 2 0 0 0,-3 2 0 0 0,-2 3 0 0 0,3-3 0 0 0,1 0 0 0 0,-2 0 0 0 0,2 0 0 0 0,1-2 0 0 0,-1 0 0 0 0,-3 5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02T06:33:45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11719 6502 16383 0 0,'5'0'0'0'0,"-4"0"0"0"0,-6 0 0 0 0,-11 0 0 0 0,-9 0 0 0 0,-4 0 0 0 0,-1 0 0 0 0,-2 0 0 0 0,2 0 0 0 0,0 0 0 0 0,0 0 0 0 0,7 0 0 0 0,1 0 0 0 0,0 0 0 0 0,-1 0 0 0 0,0 0 0 0 0,-3 0 0 0 0,0 0 0 0 0,-6 0 0 0 0,-1 0 0 0 0,-1 0 0 0 0,2 0 0 0 0,1 0 0 0 0,1 0 0 0 0,1 0 0 0 0,1 0 0 0 0,0 0 0 0 0,1 0 0 0 0,-5 0 0 0 0,-1 0 0 0 0,4 0 0 0 0,3 0 0 0 0,2 0 0 0 0,-1 0 0 0 0,0 0 0 0 0,-1 0 0 0 0,-1 0 0 0 0,1 0 0 0 0,-2 0 0 0 0,1 0 0 0 0,-5 0 0 0 0,-2 0 0 0 0,-4 0 0 0 0,-1 0 0 0 0,-3 0 0 0 0,2 0 0 0 0,-3 0 0 0 0,2 0 0 0 0,-1 0 0 0 0,1 0 0 0 0,-2 0 0 0 0,3 0 0 0 0,-2 0 0 0 0,-8 0 0 0 0,-5 0 0 0 0,-2 0 0 0 0,0 0 0 0 0,-6 0 0 0 0,4 0 0 0 0,-2 0 0 0 0,0 0 0 0 0,-4 0 0 0 0,1 0 0 0 0,-5 0 0 0 0,2 0 0 0 0,2 0 0 0 0,8 0 0 0 0,4 0 0 0 0,2 0 0 0 0,-1 0 0 0 0,6 0 0 0 0,-1 0 0 0 0,5 0 0 0 0,-1 0 0 0 0,-3 0 0 0 0,-2 0 0 0 0,3 0 0 0 0,-2 0 0 0 0,4 0 0 0 0,-1 0 0 0 0,3 0 0 0 0,3 0 0 0 0,4 0 0 0 0,2 0 0 0 0,3 0 0 0 0,-3 0 0 0 0,-2 0 0 0 0,-3 0 0 0 0,-1 0 0 0 0,-3 0 0 0 0,-3 0 0 0 0,-5 0 0 0 0,2 0 0 0 0,0 0 0 0 0,-2 0 0 0 0,-2 0 0 0 0,4 0 0 0 0,-1 0 0 0 0,-5 0 0 0 0,1 0 0 0 0,-4 0 0 0 0,-2 0 0 0 0,-1 0 0 0 0,5 0 0 0 0,-2 0 0 0 0,4 0 0 0 0,6 0 0 0 0,6 0 0 0 0,0 0 0 0 0,3 0 0 0 0,-2 0 0 0 0,-4 0 0 0 0,1 0 0 0 0,-1 0 0 0 0,-4 0 0 0 0,-2 0 0 0 0,-8 0 0 0 0,2 0 0 0 0,-4 0 0 0 0,-6 0 0 0 0,4 0 0 0 0,-3 0 0 0 0,1 0 0 0 0,7 0 0 0 0,-2 0 0 0 0,0 0 0 0 0,0 0 0 0 0,6 0 0 0 0,-3 0 0 0 0,-1 0 0 0 0,0 0 0 0 0,-5 0 0 0 0,-6 0 0 0 0,-1 0 0 0 0,-3 0 0 0 0,1 0 0 0 0,3 0 0 0 0,4 0 0 0 0,-1 0 0 0 0,0 0 0 0 0,2 0 0 0 0,3 0 0 0 0,-4 0 0 0 0,1 0 0 0 0,-5 0 0 0 0,2 0 0 0 0,5 0 0 0 0,5 0 0 0 0,7 0 0 0 0,1 0 0 0 0,5 0 0 0 0,5 0 0 0 0,-1 0 0 0 0,-3 0 0 0 0,0 0 0 0 0,-1 0 0 0 0,-4 0 0 0 0,-3 0 0 0 0,2 0 0 0 0,0 0 0 0 0,3 0 0 0 0,4 0 0 0 0,0 0 0 0 0,-2 0 0 0 0,0 0 0 0 0,-1 0 0 0 0,-3 0 0 0 0,-3 0 0 0 0,-3 0 0 0 0,-1 0 0 0 0,-2 0 0 0 0,5 0 0 0 0,5 0 0 0 0,2 0 0 0 0,-2 0 0 0 0,-2 0 0 0 0,2 0 0 0 0,-6 0 0 0 0,2 0 0 0 0,0 0 0 0 0,3 0 0 0 0,0 0 0 0 0,4 0 0 0 0,3 0 0 0 0,5 0 0 0 0,3 0 0 0 0,2 0 0 0 0,1 0 0 0 0,6 0 0 0 0,6 0 0 0 0,1 0 0 0 0,4 0 0 0 0,3 0 0 0 0,-2 0 0 0 0,2 0 0 0 0,1 0 0 0 0,2 0 0 0 0,2 0 0 0 0,2 0 0 0 0,1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02T06:33:45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3327 6535 16383 0 0,'0'5'0'0'0,"0"6"0"0"0,0 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02T06:33:45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3327 6456 16383 0 0,'0'5'0'0'0,"0"5"0"0"0,0 7 0 0 0,0 5 0 0 0,0 3 0 0 0,0 2 0 0 0,0 1 0 0 0,0 1 0 0 0,0-1 0 0 0,0 1 0 0 0,0-1 0 0 0,0 0 0 0 0,0 0 0 0 0,0 0 0 0 0,0-1 0 0 0,0-4 0 0 0,0-2 0 0 0,0 1 0 0 0,0 0 0 0 0,0 7 0 0 0,0 3 0 0 0,0 4 0 0 0,0 3 0 0 0,0 2 0 0 0,0 0 0 0 0,0-3 0 0 0,0-3 0 0 0,0-3 0 0 0,0-2 0 0 0,0-1 0 0 0,0-2 0 0 0,0 0 0 0 0,0 0 0 0 0,0 0 0 0 0,0 0 0 0 0,0 5 0 0 0,0 1 0 0 0,0 5 0 0 0,0 1 0 0 0,0-2 0 0 0,0-3 0 0 0,0-2 0 0 0,0-2 0 0 0,0 4 0 0 0,0 4 0 0 0,0 2 0 0 0,0-3 0 0 0,0-2 0 0 0,0-2 0 0 0,0-2 0 0 0,0-3 0 0 0,0 0 0 0 0,0 4 0 0 0,0 1 0 0 0,0 5 0 0 0,0 0 0 0 0,0 3 0 0 0,0-1 0 0 0,0 3 0 0 0,0-2 0 0 0,0 2 0 0 0,0-3 0 0 0,0-2 0 0 0,0 1 0 0 0,0-1 0 0 0,0 2 0 0 0,0-1 0 0 0,0-2 0 0 0,0 1 0 0 0,0 0 0 0 0,0 2 0 0 0,0-1 0 0 0,0 2 0 0 0,0 4 0 0 0,0 8 0 0 0,0 9 0 0 0,0-1 0 0 0,0 3 0 0 0,0 4 0 0 0,0 1 0 0 0,0 1 0 0 0,0 5 0 0 0,0-3 0 0 0,0-3 0 0 0,0-5 0 0 0,0-3 0 0 0,0-4 0 0 0,0 9 0 0 0,0-4 0 0 0,0-2 0 0 0,0-7 0 0 0,0 2 0 0 0,0 5 0 0 0,0 2 0 0 0,0 10 0 0 0,0 0 0 0 0,0-1 0 0 0,0 1 0 0 0,0 2 0 0 0,0 2 0 0 0,0-6 0 0 0,0-2 0 0 0,0 2 0 0 0,0 8 0 0 0,0-1 0 0 0,0 6 0 0 0,0-1 0 0 0,0-2 0 0 0,0-5 0 0 0,0-5 0 0 0,0-10 0 0 0,0-11 0 0 0,0 0 0 0 0,0 2 0 0 0,0-4 0 0 0,0 0 0 0 0,0 6 0 0 0,0 3 0 0 0,0 6 0 0 0,0 2 0 0 0,0 5 0 0 0,0 3 0 0 0,0 5 0 0 0,0-3 0 0 0,0 2 0 0 0,0-4 0 0 0,0 0 0 0 0,0 2 0 0 0,0 7 0 0 0,0 4 0 0 0,0 6 0 0 0,0 1 0 0 0,0-5 0 0 0,0-3 0 0 0,0-3 0 0 0,0-9 0 0 0,0-9 0 0 0,0-10 0 0 0,0-4 0 0 0,0-1 0 0 0,0 4 0 0 0,0 4 0 0 0,0 1 0 0 0,0-4 0 0 0,0 2 0 0 0,0 2 0 0 0,0 5 0 0 0,0 2 0 0 0,0-6 0 0 0,0-8 0 0 0,0-4 0 0 0,0-4 0 0 0,0-4 0 0 0,0-5 0 0 0,0-3 0 0 0,0-2 0 0 0,0-1 0 0 0,0 4 0 0 0,0 7 0 0 0,0 0 0 0 0,0 0 0 0 0,0-3 0 0 0,0-2 0 0 0,0-2 0 0 0,0-2 0 0 0,0-1 0 0 0,0-1 0 0 0,0 5 0 0 0,0 5 0 0 0,0 3 0 0 0,0 2 0 0 0,0 0 0 0 0,0-3 0 0 0,0-4 0 0 0,0-2 0 0 0,0-3 0 0 0,0-2 0 0 0,0 0 0 0 0,0-6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C08AF9-A8AA-460E-BDA4-8BC48B120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804C04-D294-B101-9C06-7CC488B45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0D38E9-5219-0BC9-032A-6A4C514A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4929E6-99EA-5E3A-1E3D-72CE49C5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86B7B9-651A-7E25-52C3-B52232EE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82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A0DAA-B7C0-65CB-7272-35060142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07BDD4-163E-2074-EDDB-9E7B30D0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A15DFC-F030-4FB3-4691-1882195C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11CD87-C5C8-0247-137E-E6653A60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C27D78-AA92-C207-7382-FE881442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95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A9483-FC97-D9F4-1DBC-CCD546E35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D81A71-E860-7BA1-A32B-EFBD244B9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81745D-7A6F-4610-0E3A-98A7EE6E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1C428A-5808-3B73-9338-21F222FCB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41BBC3-F32C-4597-6BAE-43671369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54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17036-4F09-7E97-613D-DC215FAB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9B741A-B20F-7971-967C-A264BE256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269B08-EE63-7896-B71B-AC38EAFF8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41F73-98E7-5657-D6C2-AB01B774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D29B44-441E-3017-68BB-5659DF8A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B9C839-14BB-A419-1AC0-90B3C12F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29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A0601-4559-063B-ED54-D253F5F9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0B3BED-74E8-283D-7D91-3DA00395C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E5551E-19C7-10E8-6A9D-F7A2B7DB9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9DDCFAF-C21E-0324-1D37-4E7F2E6A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69ABF30-52AA-48F7-3C66-A949D472E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7DD3BEB-5D90-92DC-0F70-CC710884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6DFE81D-2E79-48CD-B5C4-E148EB9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2F4489C-90CC-84B2-04A5-04795FB4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95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778B9-E719-83B4-D7D5-B30A9A12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ACE202-BEC4-599F-707A-43574227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5A604E-AAC1-AFB6-EB2A-C261731C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2A3374-DEDE-AE1D-CB04-23B832B9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2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CD0853-4939-3A22-9EA4-64C711F8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BCF87E4-239F-88A6-AD05-08C01787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41E162-6C9F-D5E3-92DC-C5863845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88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F2AA56-06AE-14D0-B720-7CCE2412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A1D431-BCD6-CB6D-AEA3-30D079B9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87ACB7-927D-CD6D-A0AE-63A6C0905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4645F3-E2C5-D728-2E24-011F50DD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529C71-2DFC-51D5-C12E-3A9A807B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6124E5-8669-355D-71F7-7C273255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10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F785D-98DB-F31B-81DA-055D7DC1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152136-C1B5-F91B-E52E-7567BC234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A264F0-49E1-21E0-1144-DF6B06340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349768-1A50-595B-8B39-FA210265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FEEDD1-AC52-5B45-3D09-0D0B13E3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1BB458-9E69-979D-364F-3033EEA0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9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F42C8-BB4F-D306-2BC4-BA3C9CD2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060D13-4B24-A8D6-E46B-926C35992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9FA19A-7841-2CA4-72FD-7185510E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AA832C-2299-7D46-61B1-EB5AC234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0FB04D-3F28-7567-466C-8A216769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45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33D9E87-CD28-1C41-FC43-26A5B10F7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303DA4-0E1D-73F9-626E-67E605825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66EA12-2281-B3DD-7479-3F216AE0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210CA1-1547-30F0-B657-9A2CE6F6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EF560C-0BE0-DA65-60A5-3C766EB4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42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FFA1DD-4E9B-04B0-4073-0D3A54AD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2A10A3-1149-8CBC-2107-295B3F66A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B5DEAE-7B2B-D938-BEBC-C773433D8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8823E-B7D7-4869-ADAE-6C36F8050519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F425A6-7B13-5934-AFCE-0A883B8D9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BCF3BF-6E0C-34C7-39ED-AEF699D5C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A83B0-196D-469B-8E52-51F4FE92F7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8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5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22D66B-B85F-7AA3-0F40-20967F9C2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de-DE" sz="5600">
                <a:solidFill>
                  <a:srgbClr val="FFFFFF"/>
                </a:solidFill>
              </a:rPr>
              <a:t>Assignment 4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FFAE4B-DECE-FDCE-7713-956B5F82B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de-DE" sz="2000">
                <a:solidFill>
                  <a:srgbClr val="FFFFFF"/>
                </a:solidFill>
              </a:rPr>
              <a:t>Group 6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67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E136C-F556-BD04-5118-1B2DC68F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moveSort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584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F0A311F-2BA3-A5CA-D477-F9CFAF646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7" y="916214"/>
            <a:ext cx="7627027" cy="56787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73B0A2E8-B424-79BC-96E1-BEEDF0762704}"/>
                  </a:ext>
                </a:extLst>
              </p14:cNvPr>
              <p14:cNvContentPartPr/>
              <p14:nvPr/>
            </p14:nvContentPartPr>
            <p14:xfrm>
              <a:off x="799480" y="2750330"/>
              <a:ext cx="3383149" cy="3383149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73B0A2E8-B424-79BC-96E1-BEEDF07627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843" y="2732333"/>
                <a:ext cx="3418784" cy="3418784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38AA115B-DE90-29E6-FD92-15F937F38094}"/>
              </a:ext>
            </a:extLst>
          </p:cNvPr>
          <p:cNvSpPr txBox="1"/>
          <p:nvPr/>
        </p:nvSpPr>
        <p:spPr>
          <a:xfrm>
            <a:off x="7996052" y="1642753"/>
            <a:ext cx="386937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states</a:t>
            </a:r>
            <a:r>
              <a:rPr lang="de-DE" dirty="0"/>
              <a:t> </a:t>
            </a:r>
            <a:r>
              <a:rPr lang="de-DE" dirty="0" err="1"/>
              <a:t>visited</a:t>
            </a:r>
            <a:r>
              <a:rPr lang="de-DE" dirty="0"/>
              <a:t> </a:t>
            </a:r>
            <a:r>
              <a:rPr lang="de-DE" dirty="0" err="1"/>
              <a:t>decreases</a:t>
            </a:r>
            <a:r>
              <a:rPr lang="de-DE" dirty="0"/>
              <a:t> </a:t>
            </a:r>
            <a:r>
              <a:rPr lang="de-DE" dirty="0" err="1"/>
              <a:t>comprehensibly</a:t>
            </a: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r>
              <a:rPr lang="de-DE" dirty="0">
                <a:ea typeface="+mn-lt"/>
                <a:cs typeface="+mn-lt"/>
              </a:rPr>
              <a:t>→ </a:t>
            </a:r>
            <a:r>
              <a:rPr lang="de-DE" dirty="0" err="1">
                <a:ea typeface="+mn-lt"/>
                <a:cs typeface="+mn-lt"/>
              </a:rPr>
              <a:t>Theoretically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more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efficient</a:t>
            </a:r>
            <a:endParaRPr lang="de-D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72807A5D-4B8C-D738-314B-052F14A4AFFD}"/>
                  </a:ext>
                </a:extLst>
              </p14:cNvPr>
              <p14:cNvContentPartPr/>
              <p14:nvPr/>
            </p14:nvContentPartPr>
            <p14:xfrm>
              <a:off x="789240" y="2741220"/>
              <a:ext cx="9896" cy="3383394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72807A5D-4B8C-D738-314B-052F14A4AF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440" y="2723221"/>
                <a:ext cx="989600" cy="34190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B03A6FD4-3717-C893-35F5-32E6DFF3B58D}"/>
                  </a:ext>
                </a:extLst>
              </p14:cNvPr>
              <p14:cNvContentPartPr/>
              <p14:nvPr/>
            </p14:nvContentPartPr>
            <p14:xfrm>
              <a:off x="791688" y="2758564"/>
              <a:ext cx="3413774" cy="9896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B03A6FD4-3717-C893-35F5-32E6DFF3B5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4050" y="2263764"/>
                <a:ext cx="3449409" cy="989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75C64C8D-E4CE-00C1-8EB7-10F12BBFAD88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2398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0C2A6CB9-27C5-7CAA-1C75-583B65817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0" y="1167740"/>
            <a:ext cx="7565427" cy="45225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C7FC92DB-1B89-08C4-E271-54B50DA46D10}"/>
                  </a:ext>
                </a:extLst>
              </p14:cNvPr>
              <p14:cNvContentPartPr/>
              <p14:nvPr/>
            </p14:nvContentPartPr>
            <p14:xfrm>
              <a:off x="756254" y="1847949"/>
              <a:ext cx="3054773" cy="3054773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C7FC92DB-1B89-08C4-E271-54B50DA46D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255" y="1830310"/>
                <a:ext cx="3090411" cy="3090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B0F2BE85-D653-1371-C009-83ECFBCD2CDC}"/>
                  </a:ext>
                </a:extLst>
              </p14:cNvPr>
              <p14:cNvContentPartPr/>
              <p14:nvPr/>
            </p14:nvContentPartPr>
            <p14:xfrm>
              <a:off x="751441" y="1867915"/>
              <a:ext cx="3031108" cy="9896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B0F2BE85-D653-1371-C009-83ECFBCD2C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3804" y="1373115"/>
                <a:ext cx="3066743" cy="9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336C41C2-B19C-2A29-7246-58A12789C508}"/>
                  </a:ext>
                </a:extLst>
              </p14:cNvPr>
              <p14:cNvContentPartPr/>
              <p14:nvPr/>
            </p14:nvContentPartPr>
            <p14:xfrm>
              <a:off x="759552" y="1880259"/>
              <a:ext cx="9896" cy="9974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336C41C2-B19C-2A29-7246-58A12789C5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4752" y="1863062"/>
                <a:ext cx="989600" cy="44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AB0635CD-A8A3-B766-9D22-CBFFB29B569F}"/>
                  </a:ext>
                </a:extLst>
              </p14:cNvPr>
              <p14:cNvContentPartPr/>
              <p14:nvPr/>
            </p14:nvContentPartPr>
            <p14:xfrm>
              <a:off x="759552" y="1850571"/>
              <a:ext cx="9896" cy="3027963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AB0635CD-A8A3-B766-9D22-CBFFB29B56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4752" y="1832933"/>
                <a:ext cx="989600" cy="3063599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feld 11">
            <a:extLst>
              <a:ext uri="{FF2B5EF4-FFF2-40B4-BE49-F238E27FC236}">
                <a16:creationId xmlns:a16="http://schemas.microsoft.com/office/drawing/2014/main" id="{AD411649-A176-FBFC-2DAF-A9E3F47B81B3}"/>
              </a:ext>
            </a:extLst>
          </p:cNvPr>
          <p:cNvSpPr txBox="1"/>
          <p:nvPr/>
        </p:nvSpPr>
        <p:spPr>
          <a:xfrm>
            <a:off x="1009402" y="1227117"/>
            <a:ext cx="21375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err="1">
                <a:solidFill>
                  <a:schemeClr val="accent6"/>
                </a:solidFill>
              </a:rPr>
              <a:t>goal</a:t>
            </a:r>
            <a:endParaRPr lang="de-DE">
              <a:solidFill>
                <a:schemeClr val="accent6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3FC4A33-4817-B0F0-336C-9A1AF12CD0A9}"/>
              </a:ext>
            </a:extLst>
          </p:cNvPr>
          <p:cNvSpPr txBox="1"/>
          <p:nvPr/>
        </p:nvSpPr>
        <p:spPr>
          <a:xfrm>
            <a:off x="7887195" y="1444831"/>
            <a:ext cx="3879272" cy="46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BE307CA-C38B-A692-84F9-351261367807}"/>
              </a:ext>
            </a:extLst>
          </p:cNvPr>
          <p:cNvSpPr txBox="1"/>
          <p:nvPr/>
        </p:nvSpPr>
        <p:spPr>
          <a:xfrm>
            <a:off x="8045532" y="1296389"/>
            <a:ext cx="382979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 err="1"/>
              <a:t>Significantly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time </a:t>
            </a:r>
            <a:r>
              <a:rPr lang="de-DE" dirty="0" err="1"/>
              <a:t>needed</a:t>
            </a:r>
            <a:r>
              <a:rPr lang="de-DE" dirty="0"/>
              <a:t> </a:t>
            </a:r>
            <a:r>
              <a:rPr lang="de-DE" dirty="0" err="1"/>
              <a:t>for</a:t>
            </a:r>
            <a:r>
              <a:rPr lang="de-DE" dirty="0"/>
              <a:t> moves</a:t>
            </a:r>
            <a:endParaRPr lang="de-DE"/>
          </a:p>
          <a:p>
            <a:endParaRPr lang="de-DE" dirty="0"/>
          </a:p>
          <a:p>
            <a:endParaRPr lang="de-DE" dirty="0"/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r>
              <a:rPr lang="de-DE" dirty="0">
                <a:ea typeface="+mn-lt"/>
                <a:cs typeface="+mn-lt"/>
              </a:rPr>
              <a:t>→Overhead </a:t>
            </a:r>
            <a:r>
              <a:rPr lang="de-DE" dirty="0" err="1">
                <a:ea typeface="+mn-lt"/>
                <a:cs typeface="+mn-lt"/>
              </a:rPr>
              <a:t>is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far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too</a:t>
            </a:r>
            <a:r>
              <a:rPr lang="de-DE" dirty="0">
                <a:ea typeface="+mn-lt"/>
                <a:cs typeface="+mn-lt"/>
              </a:rPr>
              <a:t> expensive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3661AD8-72A4-05C9-C5FB-E8DD4FE5F0CD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976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4B80B-BF29-8147-81FE-EC628FB5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22C63-CC83-5385-1238-5B27125C9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Streamline move sorting 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00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6D111-7733-1019-65F5-CA43797E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0370E9-E956-0217-ACAE-47273D23E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0950E-20C9-0911-BBF3-99A6748D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</a:t>
            </a:r>
            <a:r>
              <a:rPr lang="en-US" sz="8000" dirty="0">
                <a:solidFill>
                  <a:srgbClr val="FFFFFF"/>
                </a:solidFill>
              </a:rPr>
              <a:t>B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575795-0E75-1961-3B66-96FF000FE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0D89A898-70B7-1717-7479-9E7F3EA6B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70D7F72-DAA8-DA26-ADAB-6604CDBB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38ABE9-4DD7-F9B4-A95C-29EBE936F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48B54192-41D5-7C4C-99FC-3A6A41986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040EA561-073A-EB14-7E43-F4589B6C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67A61701-D0DE-6901-A1EC-0E114DD2F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22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08D0D1-41A4-7828-3F08-ABD91993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moveSortZwei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3121CD-7CD8-E763-F04C-531AEE231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Benefits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MiniMaxVier</a:t>
            </a:r>
            <a:r>
              <a:rPr lang="de-DE" dirty="0"/>
              <a:t> (</a:t>
            </a:r>
            <a:r>
              <a:rPr lang="de-DE" dirty="0" err="1"/>
              <a:t>Heuristics</a:t>
            </a:r>
            <a:r>
              <a:rPr lang="de-DE" dirty="0"/>
              <a:t> </a:t>
            </a: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moves</a:t>
            </a:r>
            <a:r>
              <a:rPr lang="de-DE" dirty="0"/>
              <a:t> in </a:t>
            </a:r>
            <a:r>
              <a:rPr lang="de-DE" dirty="0" err="1"/>
              <a:t>positions</a:t>
            </a:r>
            <a:r>
              <a:rPr lang="de-DE" dirty="0"/>
              <a:t>)</a:t>
            </a:r>
          </a:p>
          <a:p>
            <a:r>
              <a:rPr lang="de-DE" dirty="0"/>
              <a:t>Implements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sorting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alpha-beta </a:t>
            </a:r>
            <a:r>
              <a:rPr lang="de-DE" dirty="0" err="1"/>
              <a:t>pruning</a:t>
            </a:r>
            <a:endParaRPr lang="de-DE" dirty="0"/>
          </a:p>
          <a:p>
            <a:r>
              <a:rPr lang="de-DE" dirty="0" err="1"/>
              <a:t>CornerSideHeuristic</a:t>
            </a:r>
            <a:r>
              <a:rPr lang="de-DE" dirty="0"/>
              <a:t> possible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23A91F1-202D-5CFD-EEE2-0BFD869B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29000"/>
            <a:ext cx="10769226" cy="25908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D4E36CA-CFB0-8089-AFA2-6AEDDC949AD2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1866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28635-8753-DC27-896F-AC7D113C5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distribution</a:t>
            </a:r>
            <a:r>
              <a:rPr lang="de-DE" dirty="0"/>
              <a:t> in </a:t>
            </a:r>
            <a:r>
              <a:rPr lang="de-DE" dirty="0" err="1"/>
              <a:t>moveSortZwei</a:t>
            </a:r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BFBF85E9-63A5-713B-A4B9-B2E87D8CFF8A}"/>
              </a:ext>
            </a:extLst>
          </p:cNvPr>
          <p:cNvSpPr/>
          <p:nvPr/>
        </p:nvSpPr>
        <p:spPr>
          <a:xfrm>
            <a:off x="4953000" y="2013857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moveSortHelper</a:t>
            </a:r>
            <a:endParaRPr lang="de-DE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DCB6721-4F96-6CFE-D41C-5D9026AFD298}"/>
              </a:ext>
            </a:extLst>
          </p:cNvPr>
          <p:cNvSpPr/>
          <p:nvPr/>
        </p:nvSpPr>
        <p:spPr>
          <a:xfrm>
            <a:off x="4953000" y="285954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moveSortLeaves</a:t>
            </a:r>
            <a:endParaRPr lang="de-DE" dirty="0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DD0E9E65-70A7-8645-1E4A-30952D2FF8DC}"/>
              </a:ext>
            </a:extLst>
          </p:cNvPr>
          <p:cNvSpPr/>
          <p:nvPr/>
        </p:nvSpPr>
        <p:spPr>
          <a:xfrm>
            <a:off x="2286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cornerSideHeuristic</a:t>
            </a:r>
            <a:endParaRPr lang="de-DE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E872B72-C762-2B21-218E-2C7A04C729F7}"/>
              </a:ext>
            </a:extLst>
          </p:cNvPr>
          <p:cNvSpPr/>
          <p:nvPr/>
        </p:nvSpPr>
        <p:spPr>
          <a:xfrm>
            <a:off x="4953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minCornerSide</a:t>
            </a:r>
            <a:endParaRPr lang="de-DE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4090938C-0784-16B9-9B09-FCFD9FD1D43D}"/>
              </a:ext>
            </a:extLst>
          </p:cNvPr>
          <p:cNvSpPr/>
          <p:nvPr/>
        </p:nvSpPr>
        <p:spPr>
          <a:xfrm>
            <a:off x="7620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executeIfPossible</a:t>
            </a:r>
            <a:endParaRPr lang="de-DE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DFBB520-EAF7-7103-8F7E-EED32EFC69D8}"/>
              </a:ext>
            </a:extLst>
          </p:cNvPr>
          <p:cNvSpPr/>
          <p:nvPr/>
        </p:nvSpPr>
        <p:spPr>
          <a:xfrm>
            <a:off x="9056914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swapStones</a:t>
            </a:r>
            <a:endParaRPr lang="de-DE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A5C2D343-5204-86F2-5936-B0433EB7333F}"/>
              </a:ext>
            </a:extLst>
          </p:cNvPr>
          <p:cNvSpPr/>
          <p:nvPr/>
        </p:nvSpPr>
        <p:spPr>
          <a:xfrm>
            <a:off x="6471557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duplicate</a:t>
            </a:r>
            <a:endParaRPr lang="de-DE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25B5A2D1-7C71-326F-9E5C-4189723325C4}"/>
              </a:ext>
            </a:extLst>
          </p:cNvPr>
          <p:cNvSpPr/>
          <p:nvPr/>
        </p:nvSpPr>
        <p:spPr>
          <a:xfrm>
            <a:off x="3804557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tileWalkLoss</a:t>
            </a:r>
            <a:endParaRPr lang="de-DE" dirty="0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2717E34E-E0E1-7213-0F0C-63A81E70DD0D}"/>
              </a:ext>
            </a:extLst>
          </p:cNvPr>
          <p:cNvSpPr/>
          <p:nvPr/>
        </p:nvSpPr>
        <p:spPr>
          <a:xfrm>
            <a:off x="3799114" y="5438777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isWalkable</a:t>
            </a:r>
            <a:endParaRPr lang="de-DE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BA6A8AE-EBCB-B1C1-A638-71D037E8AA5D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6101443" y="2536371"/>
            <a:ext cx="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633FA86-53E7-6305-8AF5-53F7B11A8180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6101443" y="3382054"/>
            <a:ext cx="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A117406-25DA-5DB0-2B02-9915BEB275C4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3434443" y="3382054"/>
            <a:ext cx="266700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4301586-4D75-9EE2-CC5F-1040B0471446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6101443" y="3382054"/>
            <a:ext cx="266700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CA5C7A43-E2DC-C595-F89B-9725C95C7DA5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 flipH="1">
            <a:off x="4953000" y="4227737"/>
            <a:ext cx="1148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D5A9ED91-88AC-044B-84B6-FCE9583B892F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4947557" y="5094514"/>
            <a:ext cx="5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A71DEC8-E630-F2BA-6912-C6E69A744006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7620000" y="4227737"/>
            <a:ext cx="1148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A39BF71-58F0-D9DE-B99D-796DFC962F50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8768443" y="4227737"/>
            <a:ext cx="1436914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1F73E7F6-1F70-195D-BEDF-C0DCFBDD8863}"/>
              </a:ext>
            </a:extLst>
          </p:cNvPr>
          <p:cNvSpPr txBox="1"/>
          <p:nvPr/>
        </p:nvSpPr>
        <p:spPr>
          <a:xfrm>
            <a:off x="6101443" y="2523837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97,8%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EB6A4EB-9CAA-45ED-549E-A6FB008A1A11}"/>
              </a:ext>
            </a:extLst>
          </p:cNvPr>
          <p:cNvSpPr txBox="1"/>
          <p:nvPr/>
        </p:nvSpPr>
        <p:spPr>
          <a:xfrm>
            <a:off x="2976560" y="3368157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13%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B997CDD-406C-F865-E629-ADF439FA0DC7}"/>
              </a:ext>
            </a:extLst>
          </p:cNvPr>
          <p:cNvSpPr txBox="1"/>
          <p:nvPr/>
        </p:nvSpPr>
        <p:spPr>
          <a:xfrm>
            <a:off x="6032725" y="340314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23,8%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B22EDEF-28AA-AC3B-5F73-18B2760468C1}"/>
              </a:ext>
            </a:extLst>
          </p:cNvPr>
          <p:cNvSpPr txBox="1"/>
          <p:nvPr/>
        </p:nvSpPr>
        <p:spPr>
          <a:xfrm>
            <a:off x="8422822" y="3335891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59,6%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986CD021-1040-9957-89F8-95D8AA0B62A8}"/>
              </a:ext>
            </a:extLst>
          </p:cNvPr>
          <p:cNvSpPr txBox="1"/>
          <p:nvPr/>
        </p:nvSpPr>
        <p:spPr>
          <a:xfrm>
            <a:off x="4321401" y="421320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22,7%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7F4F6A6-48EF-6315-D258-7A14D27678AF}"/>
              </a:ext>
            </a:extLst>
          </p:cNvPr>
          <p:cNvSpPr txBox="1"/>
          <p:nvPr/>
        </p:nvSpPr>
        <p:spPr>
          <a:xfrm>
            <a:off x="6988401" y="4209803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18,1%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BECE484F-6AE2-EE00-CA43-A9A60274CD5B}"/>
              </a:ext>
            </a:extLst>
          </p:cNvPr>
          <p:cNvSpPr txBox="1"/>
          <p:nvPr/>
        </p:nvSpPr>
        <p:spPr>
          <a:xfrm>
            <a:off x="10074046" y="420096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27,5%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3789B6DA-9A0B-3555-5D12-B3B32BADA162}"/>
              </a:ext>
            </a:extLst>
          </p:cNvPr>
          <p:cNvSpPr txBox="1"/>
          <p:nvPr/>
        </p:nvSpPr>
        <p:spPr>
          <a:xfrm>
            <a:off x="4947557" y="507171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7,9%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9D0A46E-9A49-3AB9-2106-5F62A386DA72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1620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4AF9-A2C8-E2E1-0ACB-5EE38215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9B3E2-508E-4A3D-5AF8-0BC1AE29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distribution</a:t>
            </a:r>
            <a:r>
              <a:rPr lang="de-DE" dirty="0"/>
              <a:t> in </a:t>
            </a:r>
            <a:r>
              <a:rPr lang="de-DE" dirty="0" err="1"/>
              <a:t>moveSortZwei</a:t>
            </a:r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01161B3-884A-9C36-5A8D-52439BDB463A}"/>
              </a:ext>
            </a:extLst>
          </p:cNvPr>
          <p:cNvSpPr/>
          <p:nvPr/>
        </p:nvSpPr>
        <p:spPr>
          <a:xfrm>
            <a:off x="4953000" y="2013857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moveSortHelper</a:t>
            </a:r>
            <a:endParaRPr lang="de-DE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E56F61D-4D89-5E3A-3250-5B63BD841887}"/>
              </a:ext>
            </a:extLst>
          </p:cNvPr>
          <p:cNvSpPr/>
          <p:nvPr/>
        </p:nvSpPr>
        <p:spPr>
          <a:xfrm>
            <a:off x="4953000" y="285954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moveSortLeaves</a:t>
            </a:r>
            <a:endParaRPr lang="de-DE" dirty="0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7C2758E-AD5F-1B50-CF49-2DAB7677A39A}"/>
              </a:ext>
            </a:extLst>
          </p:cNvPr>
          <p:cNvSpPr/>
          <p:nvPr/>
        </p:nvSpPr>
        <p:spPr>
          <a:xfrm>
            <a:off x="2286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cornerSideHeuristic</a:t>
            </a:r>
            <a:endParaRPr lang="de-DE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06C966A2-2D0B-EED3-7FED-33986ADAA2B7}"/>
              </a:ext>
            </a:extLst>
          </p:cNvPr>
          <p:cNvSpPr/>
          <p:nvPr/>
        </p:nvSpPr>
        <p:spPr>
          <a:xfrm>
            <a:off x="4953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minCornerSide</a:t>
            </a:r>
            <a:endParaRPr lang="de-DE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4AC6CC6F-E9B2-874C-E7EC-0700C73DE442}"/>
              </a:ext>
            </a:extLst>
          </p:cNvPr>
          <p:cNvSpPr/>
          <p:nvPr/>
        </p:nvSpPr>
        <p:spPr>
          <a:xfrm>
            <a:off x="7620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executeIfPossible</a:t>
            </a:r>
            <a:endParaRPr lang="de-DE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CCBD4216-2B77-6C5B-8F63-CD392D30A847}"/>
              </a:ext>
            </a:extLst>
          </p:cNvPr>
          <p:cNvSpPr/>
          <p:nvPr/>
        </p:nvSpPr>
        <p:spPr>
          <a:xfrm>
            <a:off x="9056914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swapStones</a:t>
            </a:r>
            <a:endParaRPr lang="de-DE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3ABC84F-7BE9-D14F-7848-312CB9DF0FF1}"/>
              </a:ext>
            </a:extLst>
          </p:cNvPr>
          <p:cNvSpPr/>
          <p:nvPr/>
        </p:nvSpPr>
        <p:spPr>
          <a:xfrm>
            <a:off x="6471557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duplicate</a:t>
            </a:r>
            <a:endParaRPr lang="de-DE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EE01192-AF0B-A2C1-E792-5C066ECF2FB3}"/>
              </a:ext>
            </a:extLst>
          </p:cNvPr>
          <p:cNvSpPr/>
          <p:nvPr/>
        </p:nvSpPr>
        <p:spPr>
          <a:xfrm>
            <a:off x="3804557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tileWalkLoss</a:t>
            </a:r>
            <a:endParaRPr lang="de-DE" dirty="0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80F4765-EE1A-1710-16CE-ED956FF045BA}"/>
              </a:ext>
            </a:extLst>
          </p:cNvPr>
          <p:cNvSpPr/>
          <p:nvPr/>
        </p:nvSpPr>
        <p:spPr>
          <a:xfrm>
            <a:off x="3799114" y="5438777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isWalkable</a:t>
            </a:r>
            <a:endParaRPr lang="de-DE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C436E8DD-DFB3-6455-048E-41D242DA21B3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6101443" y="2536371"/>
            <a:ext cx="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E98D8AB-EADF-1E55-7FC0-C404AC1EB7AF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6101443" y="3382054"/>
            <a:ext cx="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EB921E72-B39D-90C9-6A1A-2F50E8783F0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3434443" y="3382054"/>
            <a:ext cx="266700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A553BA26-B5A6-8C0F-E719-E84CD21A2423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6101443" y="3382054"/>
            <a:ext cx="266700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E50AC6FA-B9D1-BFDF-9617-D753A1736E5E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 flipH="1">
            <a:off x="4953000" y="4227737"/>
            <a:ext cx="1148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AFE1D7D-404F-15AE-AA64-435DF1BA76DF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4947557" y="5094514"/>
            <a:ext cx="5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1D840A68-8C52-B92A-0C0C-A71FFBF53521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7620000" y="4227737"/>
            <a:ext cx="1148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49363FED-9EBD-4331-44DE-541E2AF40ABA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8768443" y="4227737"/>
            <a:ext cx="1436914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DB04C736-3E16-3BA8-1CE0-DF1AC2E3F3F9}"/>
              </a:ext>
            </a:extLst>
          </p:cNvPr>
          <p:cNvSpPr txBox="1"/>
          <p:nvPr/>
        </p:nvSpPr>
        <p:spPr>
          <a:xfrm>
            <a:off x="6101443" y="2523837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97,8%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FD50D0AB-48BF-FDC5-33CB-07F5C87C449C}"/>
              </a:ext>
            </a:extLst>
          </p:cNvPr>
          <p:cNvSpPr txBox="1"/>
          <p:nvPr/>
        </p:nvSpPr>
        <p:spPr>
          <a:xfrm>
            <a:off x="2976560" y="3368157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13%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7AF7253-3298-423B-7530-654D5037D204}"/>
              </a:ext>
            </a:extLst>
          </p:cNvPr>
          <p:cNvSpPr txBox="1"/>
          <p:nvPr/>
        </p:nvSpPr>
        <p:spPr>
          <a:xfrm>
            <a:off x="6032725" y="340314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23,8%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81682C6-90B0-5692-33E8-819747B0240C}"/>
              </a:ext>
            </a:extLst>
          </p:cNvPr>
          <p:cNvSpPr txBox="1"/>
          <p:nvPr/>
        </p:nvSpPr>
        <p:spPr>
          <a:xfrm>
            <a:off x="8422822" y="3335891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59,6%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6516E096-7A5B-DB7B-4DEB-6AB4C062E2A5}"/>
              </a:ext>
            </a:extLst>
          </p:cNvPr>
          <p:cNvSpPr txBox="1"/>
          <p:nvPr/>
        </p:nvSpPr>
        <p:spPr>
          <a:xfrm>
            <a:off x="4321401" y="421320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22,7%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13F65C1-9811-689E-7D92-CA023A02275B}"/>
              </a:ext>
            </a:extLst>
          </p:cNvPr>
          <p:cNvSpPr txBox="1"/>
          <p:nvPr/>
        </p:nvSpPr>
        <p:spPr>
          <a:xfrm>
            <a:off x="6988401" y="4209803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18,1%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BA4C7917-1E4C-6E3A-1538-4579EE5FD709}"/>
              </a:ext>
            </a:extLst>
          </p:cNvPr>
          <p:cNvSpPr txBox="1"/>
          <p:nvPr/>
        </p:nvSpPr>
        <p:spPr>
          <a:xfrm>
            <a:off x="10074046" y="420096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27,5%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2C5F10E5-1A4F-4BA6-1CB1-79CBDCA1450A}"/>
              </a:ext>
            </a:extLst>
          </p:cNvPr>
          <p:cNvSpPr txBox="1"/>
          <p:nvPr/>
        </p:nvSpPr>
        <p:spPr>
          <a:xfrm>
            <a:off x="4947557" y="507171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7,9%</a:t>
            </a: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20F5DEDF-77CB-43C5-82F0-33F2048C4F8F}"/>
              </a:ext>
            </a:extLst>
          </p:cNvPr>
          <p:cNvSpPr/>
          <p:nvPr/>
        </p:nvSpPr>
        <p:spPr>
          <a:xfrm>
            <a:off x="1894117" y="3243943"/>
            <a:ext cx="2977240" cy="1185180"/>
          </a:xfrm>
          <a:prstGeom prst="ellipse">
            <a:avLst/>
          </a:prstGeom>
          <a:solidFill>
            <a:srgbClr val="E71224">
              <a:alpha val="0"/>
            </a:srgbClr>
          </a:solidFill>
          <a:ln w="412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solidFill>
                <a:srgbClr val="E71224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588457D-5278-61AD-6706-AC5B545E3D7B}"/>
              </a:ext>
            </a:extLst>
          </p:cNvPr>
          <p:cNvSpPr txBox="1"/>
          <p:nvPr/>
        </p:nvSpPr>
        <p:spPr>
          <a:xfrm>
            <a:off x="2039284" y="2751854"/>
            <a:ext cx="2496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>
                <a:solidFill>
                  <a:srgbClr val="FF0000"/>
                </a:solidFill>
              </a:rPr>
              <a:t>Calculated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twice</a:t>
            </a:r>
            <a:r>
              <a:rPr lang="de-DE" dirty="0"/>
              <a:t>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EE48682-637C-D92F-80B8-1286D13C9562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165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5212-3CE4-FFDE-9950-2E5E10C70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20B59-733B-9F29-578E-1755813D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distribution</a:t>
            </a:r>
            <a:r>
              <a:rPr lang="de-DE" dirty="0"/>
              <a:t> in </a:t>
            </a:r>
            <a:r>
              <a:rPr lang="de-DE" dirty="0" err="1"/>
              <a:t>moveSortZwei</a:t>
            </a:r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B2A34433-F7C2-509D-B521-06683999CE11}"/>
              </a:ext>
            </a:extLst>
          </p:cNvPr>
          <p:cNvSpPr/>
          <p:nvPr/>
        </p:nvSpPr>
        <p:spPr>
          <a:xfrm>
            <a:off x="4953000" y="2013857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moveSortHelper</a:t>
            </a:r>
            <a:endParaRPr lang="de-DE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7BB0EED-AEEE-F81D-AE52-58AA7134462F}"/>
              </a:ext>
            </a:extLst>
          </p:cNvPr>
          <p:cNvSpPr/>
          <p:nvPr/>
        </p:nvSpPr>
        <p:spPr>
          <a:xfrm>
            <a:off x="4953000" y="285954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moveSortLeaves</a:t>
            </a:r>
            <a:endParaRPr lang="de-DE" dirty="0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139F3E6E-2657-D311-B8A5-B4BB9A7A00CF}"/>
              </a:ext>
            </a:extLst>
          </p:cNvPr>
          <p:cNvSpPr/>
          <p:nvPr/>
        </p:nvSpPr>
        <p:spPr>
          <a:xfrm>
            <a:off x="2286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cornerSideHeuristic</a:t>
            </a:r>
            <a:endParaRPr lang="de-DE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15B2221-2C99-E84D-6BB5-17810CEB813B}"/>
              </a:ext>
            </a:extLst>
          </p:cNvPr>
          <p:cNvSpPr/>
          <p:nvPr/>
        </p:nvSpPr>
        <p:spPr>
          <a:xfrm>
            <a:off x="4953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minCornerSide</a:t>
            </a:r>
            <a:endParaRPr lang="de-DE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9BC516D-07EF-0724-3348-981C23223EE3}"/>
              </a:ext>
            </a:extLst>
          </p:cNvPr>
          <p:cNvSpPr/>
          <p:nvPr/>
        </p:nvSpPr>
        <p:spPr>
          <a:xfrm>
            <a:off x="7620000" y="3705223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executeIfPossible</a:t>
            </a:r>
            <a:endParaRPr lang="de-DE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10037EE-BF4D-DE74-98AB-37A224B0AD0C}"/>
              </a:ext>
            </a:extLst>
          </p:cNvPr>
          <p:cNvSpPr/>
          <p:nvPr/>
        </p:nvSpPr>
        <p:spPr>
          <a:xfrm>
            <a:off x="9056914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swapStones</a:t>
            </a:r>
            <a:endParaRPr lang="de-DE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C7D74CF1-A092-FD71-66E8-C00C1EA02FEC}"/>
              </a:ext>
            </a:extLst>
          </p:cNvPr>
          <p:cNvSpPr/>
          <p:nvPr/>
        </p:nvSpPr>
        <p:spPr>
          <a:xfrm>
            <a:off x="6471557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duplicate</a:t>
            </a:r>
            <a:endParaRPr lang="de-DE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9E4F282B-0923-A183-411D-AFFC446D8105}"/>
              </a:ext>
            </a:extLst>
          </p:cNvPr>
          <p:cNvSpPr/>
          <p:nvPr/>
        </p:nvSpPr>
        <p:spPr>
          <a:xfrm>
            <a:off x="3804557" y="4572000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tileWalkLoss</a:t>
            </a:r>
            <a:endParaRPr lang="de-DE" dirty="0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E979CE37-F421-204E-4038-77C0C490EB30}"/>
              </a:ext>
            </a:extLst>
          </p:cNvPr>
          <p:cNvSpPr/>
          <p:nvPr/>
        </p:nvSpPr>
        <p:spPr>
          <a:xfrm>
            <a:off x="3799114" y="5438777"/>
            <a:ext cx="2296886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isWalkable</a:t>
            </a:r>
            <a:endParaRPr lang="de-DE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0EC8493-AB3B-42B8-07CF-9459154CD2AE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6101443" y="2536371"/>
            <a:ext cx="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9416402-C71C-460F-C295-B2E13FB23259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6101443" y="3382054"/>
            <a:ext cx="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C35EA59-22E5-D0D9-0348-3A9D19A8590B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3434443" y="3382054"/>
            <a:ext cx="266700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41180869-428A-1393-8304-A8CF46E82696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6101443" y="3382054"/>
            <a:ext cx="2667000" cy="323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A1DCCCD-6637-3667-B411-65FEDE18410E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 flipH="1">
            <a:off x="4953000" y="4227737"/>
            <a:ext cx="1148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DB666BC0-6448-2C70-C853-43A6D4F7AE1A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4947557" y="5094514"/>
            <a:ext cx="5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1B680A4-6188-A6E0-FE1E-4E180631B2AC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7620000" y="4227737"/>
            <a:ext cx="1148443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95A10A06-3E70-47F2-3D49-05026692680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8768443" y="4227737"/>
            <a:ext cx="1436914" cy="34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0D44A98E-8EE9-F631-CB94-5184D9F676A8}"/>
              </a:ext>
            </a:extLst>
          </p:cNvPr>
          <p:cNvSpPr txBox="1"/>
          <p:nvPr/>
        </p:nvSpPr>
        <p:spPr>
          <a:xfrm>
            <a:off x="6101443" y="2523837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97,8%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6743C9A-0F58-95E4-7F9A-93E6BAEDFF11}"/>
              </a:ext>
            </a:extLst>
          </p:cNvPr>
          <p:cNvSpPr txBox="1"/>
          <p:nvPr/>
        </p:nvSpPr>
        <p:spPr>
          <a:xfrm>
            <a:off x="2976560" y="3368157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13%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6022831-008B-5B92-3FC7-9434C65F2512}"/>
              </a:ext>
            </a:extLst>
          </p:cNvPr>
          <p:cNvSpPr txBox="1"/>
          <p:nvPr/>
        </p:nvSpPr>
        <p:spPr>
          <a:xfrm>
            <a:off x="6032725" y="340314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23,8%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704B46FC-ADB8-8606-45E0-BDBD5A1683C0}"/>
              </a:ext>
            </a:extLst>
          </p:cNvPr>
          <p:cNvSpPr txBox="1"/>
          <p:nvPr/>
        </p:nvSpPr>
        <p:spPr>
          <a:xfrm>
            <a:off x="8422822" y="3335891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59,6%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341592DD-96F6-E6C6-538C-D8229B6C149D}"/>
              </a:ext>
            </a:extLst>
          </p:cNvPr>
          <p:cNvSpPr txBox="1"/>
          <p:nvPr/>
        </p:nvSpPr>
        <p:spPr>
          <a:xfrm>
            <a:off x="4321401" y="421320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22,7%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6F8152D-B467-C2E4-E205-B3511A30C325}"/>
              </a:ext>
            </a:extLst>
          </p:cNvPr>
          <p:cNvSpPr txBox="1"/>
          <p:nvPr/>
        </p:nvSpPr>
        <p:spPr>
          <a:xfrm>
            <a:off x="6988401" y="4209803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18,1%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F58D60B1-E83D-9FF8-EB2A-83F220F8431A}"/>
              </a:ext>
            </a:extLst>
          </p:cNvPr>
          <p:cNvSpPr txBox="1"/>
          <p:nvPr/>
        </p:nvSpPr>
        <p:spPr>
          <a:xfrm>
            <a:off x="10074046" y="420096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27,5%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9A6847FE-4206-05AB-1D4B-33737122F673}"/>
              </a:ext>
            </a:extLst>
          </p:cNvPr>
          <p:cNvSpPr txBox="1"/>
          <p:nvPr/>
        </p:nvSpPr>
        <p:spPr>
          <a:xfrm>
            <a:off x="4947557" y="507171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7,9%</a:t>
            </a: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27714061-FB16-03E1-8347-C2DA03AE79CF}"/>
              </a:ext>
            </a:extLst>
          </p:cNvPr>
          <p:cNvSpPr/>
          <p:nvPr/>
        </p:nvSpPr>
        <p:spPr>
          <a:xfrm>
            <a:off x="1894117" y="3243943"/>
            <a:ext cx="2977240" cy="1185180"/>
          </a:xfrm>
          <a:prstGeom prst="ellipse">
            <a:avLst/>
          </a:prstGeom>
          <a:solidFill>
            <a:srgbClr val="E71224">
              <a:alpha val="0"/>
            </a:srgbClr>
          </a:solidFill>
          <a:ln w="412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solidFill>
                <a:srgbClr val="E71224"/>
              </a:solidFill>
            </a:endParaRPr>
          </a:p>
        </p:txBody>
      </p:sp>
      <p:sp>
        <p:nvSpPr>
          <p:cNvPr id="3" name="Ovale 18">
            <a:extLst>
              <a:ext uri="{FF2B5EF4-FFF2-40B4-BE49-F238E27FC236}">
                <a16:creationId xmlns:a16="http://schemas.microsoft.com/office/drawing/2014/main" id="{EADCC412-ADCF-6956-9121-9C4BF82C4680}"/>
              </a:ext>
            </a:extLst>
          </p:cNvPr>
          <p:cNvSpPr/>
          <p:nvPr/>
        </p:nvSpPr>
        <p:spPr>
          <a:xfrm>
            <a:off x="6096000" y="3359605"/>
            <a:ext cx="5698667" cy="2431595"/>
          </a:xfrm>
          <a:prstGeom prst="ellipse">
            <a:avLst/>
          </a:prstGeom>
          <a:solidFill>
            <a:srgbClr val="E71224">
              <a:alpha val="0"/>
            </a:srgbClr>
          </a:solidFill>
          <a:ln w="41275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solidFill>
                <a:srgbClr val="E71224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C4AE620-D0B9-C8F8-6D3A-8CA2AEE79A89}"/>
              </a:ext>
            </a:extLst>
          </p:cNvPr>
          <p:cNvSpPr txBox="1"/>
          <p:nvPr/>
        </p:nvSpPr>
        <p:spPr>
          <a:xfrm>
            <a:off x="2039284" y="2751854"/>
            <a:ext cx="2496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>
                <a:solidFill>
                  <a:srgbClr val="FF0000"/>
                </a:solidFill>
              </a:rPr>
              <a:t>Calculated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twice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88C22E6-70A1-7336-F632-6738D11E98E3}"/>
              </a:ext>
            </a:extLst>
          </p:cNvPr>
          <p:cNvSpPr txBox="1"/>
          <p:nvPr/>
        </p:nvSpPr>
        <p:spPr>
          <a:xfrm>
            <a:off x="7208198" y="2861688"/>
            <a:ext cx="367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>
                <a:solidFill>
                  <a:srgbClr val="FF0000"/>
                </a:solidFill>
              </a:rPr>
              <a:t>Only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inversion</a:t>
            </a:r>
            <a:r>
              <a:rPr lang="de-DE" sz="2400" dirty="0">
                <a:solidFill>
                  <a:srgbClr val="FF0000"/>
                </a:solidFill>
              </a:rPr>
              <a:t>/</a:t>
            </a:r>
            <a:r>
              <a:rPr lang="de-DE" sz="2400" dirty="0" err="1">
                <a:solidFill>
                  <a:srgbClr val="FF0000"/>
                </a:solidFill>
              </a:rPr>
              <a:t>choice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tiles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1C09ACD-E46E-388C-5AF6-6C0847A52EFA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54331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089AD-C410-AE70-21FE-C8C2E66B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649DAD-B3FE-3170-C010-701CBE78A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de-DE" sz="5600">
                <a:solidFill>
                  <a:srgbClr val="FFFFFF"/>
                </a:solidFill>
              </a:rPr>
              <a:t>Performance Evaluation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89AF20-4080-8CB8-BA8A-BCA6AFFE0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de-DE" sz="2000">
                <a:solidFill>
                  <a:srgbClr val="FFFFFF"/>
                </a:solidFill>
              </a:rPr>
              <a:t>Using the Measurement System implemented earlier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860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99C01-5EE4-0CB8-D736-D2B2363B4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de-DE" sz="2800" dirty="0"/>
              <a:t>Performance </a:t>
            </a:r>
            <a:r>
              <a:rPr lang="de-DE" sz="2800" dirty="0" err="1"/>
              <a:t>Improvements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4EBFD6-E94B-021B-D45A-C3AB0EC57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Large Maps yield a higher performance increase</a:t>
            </a:r>
          </a:p>
        </p:txBody>
      </p:sp>
      <p:pic>
        <p:nvPicPr>
          <p:cNvPr id="4" name="Content Placeholder 3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CD8F628C-28CA-67A1-41C3-065569FA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29" y="1501575"/>
            <a:ext cx="6871518" cy="395543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7646B4D-CD43-DD7F-3208-243EE8BACB17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6139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EF8B2-5DB3-7C04-ABF1-D118A4B6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de-DE" sz="2800" dirty="0" err="1"/>
              <a:t>Number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states</a:t>
            </a:r>
            <a:r>
              <a:rPr lang="de-DE" sz="2800" dirty="0"/>
              <a:t> </a:t>
            </a:r>
            <a:r>
              <a:rPr lang="de-DE" sz="2800" dirty="0" err="1"/>
              <a:t>saved</a:t>
            </a:r>
            <a:endParaRPr lang="de-DE" sz="2800" dirty="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531EC0AB-0DC8-C99D-78A9-A79C93521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Explains the performance gain based on map size</a:t>
            </a:r>
          </a:p>
        </p:txBody>
      </p:sp>
      <p:pic>
        <p:nvPicPr>
          <p:cNvPr id="4" name="Content Placeholder 3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20B72E10-1199-AED8-7EE2-0B4990B12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97867"/>
            <a:ext cx="6922008" cy="396284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9B8DD64-CC25-22F6-1348-A27CF32A6659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30479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00BA1-7076-EB48-2466-2652F799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de-DE" sz="2800"/>
              <a:t>Move sorting accuracy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E2920D-B8C9-1C54-90BD-B27ACA734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36.7% probability over all maps</a:t>
            </a:r>
          </a:p>
        </p:txBody>
      </p:sp>
      <p:pic>
        <p:nvPicPr>
          <p:cNvPr id="4" name="Content Placeholder 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8019F16F-56F6-4691-DDA7-071D312F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97867"/>
            <a:ext cx="6922008" cy="396284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0588F0C-2717-EC77-E308-CF2E331A28E5}"/>
              </a:ext>
            </a:extLst>
          </p:cNvPr>
          <p:cNvSpPr txBox="1"/>
          <p:nvPr/>
        </p:nvSpPr>
        <p:spPr>
          <a:xfrm>
            <a:off x="11773062" y="6333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9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4217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</vt:lpstr>
      <vt:lpstr>Assignment 4</vt:lpstr>
      <vt:lpstr>moveSort</vt:lpstr>
      <vt:lpstr>PowerPoint Presentation</vt:lpstr>
      <vt:lpstr>PowerPoint Presentation</vt:lpstr>
      <vt:lpstr>Solution A</vt:lpstr>
      <vt:lpstr>Solution B</vt:lpstr>
      <vt:lpstr>The moveSortZwei function</vt:lpstr>
      <vt:lpstr>Time distribution in moveSortZwei</vt:lpstr>
      <vt:lpstr>Time distribution in moveSortZwei</vt:lpstr>
      <vt:lpstr>Time distribution in moveSortZwei</vt:lpstr>
      <vt:lpstr>Performance Evaluation</vt:lpstr>
      <vt:lpstr>Performance Improvements</vt:lpstr>
      <vt:lpstr>Number of states saved</vt:lpstr>
      <vt:lpstr>Move sorting accuracy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Frithjof Alms</dc:creator>
  <cp:lastModifiedBy>Frithjof Alms</cp:lastModifiedBy>
  <cp:revision>140</cp:revision>
  <dcterms:created xsi:type="dcterms:W3CDTF">2025-05-27T19:00:40Z</dcterms:created>
  <dcterms:modified xsi:type="dcterms:W3CDTF">2025-06-02T15:19:07Z</dcterms:modified>
</cp:coreProperties>
</file>