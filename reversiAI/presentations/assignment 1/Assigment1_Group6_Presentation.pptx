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9" r:id="rId3"/>
    <p:sldId id="26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038EE3-D27E-327B-437F-46914BF5E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B32209-DF06-F2F3-BCC6-82DDFD804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69F3B7-6DE6-5952-E2C6-43CEB566E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04A793-0297-B5AC-6727-27809A7F7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1B8C03-0C3B-A034-557D-E036918E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670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775E8E-63E9-7D47-6B81-56ED0CCD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AB11F8-1E42-157E-ABDB-CF8C20813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BDCA0D-A94B-7D72-F655-92F565E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064ACC-AE09-95B6-A2BF-75B90616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9C9498-5D7A-6B93-DB29-5F771BBB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392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723CD4-9181-9989-7050-20EA1B33A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F2CC49-65E9-419A-5667-A8D558E0A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4FF856-9B1F-1009-66A7-EC66E421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3F0B8A-9B61-CD6B-6F18-74D7DCBF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DDD7D1-2EF5-B324-1083-7935136C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136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2A3C0-DF60-5DDB-8FFF-83F00FA4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4E2163-4C05-317F-6612-654DD812A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94A740-77C5-1C88-1D89-172F6F472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005C-10D0-0CAA-9A59-53B65992A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39688A-9F0F-D9CD-3BD7-4C523FB8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6B4803-350D-F18E-9A03-BF3B00D2F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77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23319E-A94A-E059-7EF6-88CE4E75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439760-165B-C817-FB6F-70688156F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08E7A8D-B91D-051F-1406-FD1949F0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BD20110-CA00-06EB-57E6-4E587EDA2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6CBBCE4-9122-D357-CAF2-FE87819C2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5FA0B0-C608-DD3C-6E9A-071672F4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557F652-388D-1B46-8B15-D3DFBBA3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48B53C4-3E76-55F7-3619-15674EC6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109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9C1A5B-3668-1B0F-9BB9-8B0334942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0D2AC90-DA2D-3D0F-CBA6-535B519D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D6BAD8-665F-4F5B-AEEE-457E8DBF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95DB85-7434-9B3E-D086-ABA92000C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344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4576881-3E7D-8387-0A19-580810E5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791CE21-2DDB-20D5-E3C5-BE391C1F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8CE35A-3881-094C-0051-D56FFF5F9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991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933E8A-068B-FFD7-A331-AD0B0A634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1BD2D9-E70D-0D54-FA86-C34BE4E6E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5DCC8C7-9D38-9E60-6F5E-3AD9977DA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1262E0-5746-3656-7470-BFBB10A2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97F1EC-5407-2DBE-871F-B44399018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265E8D-FE5A-0D72-1BE4-D513DB80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832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9C167F-E207-F30A-B493-41FE32FEA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8AE7F4F-8E07-5B20-D121-B33D3C17D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E71154-729D-1458-EDBE-CB6564211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38CAE3-0A96-1F8C-5696-0653508C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C8D3FD-FE84-32C3-7989-804A5F0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04DAD4-FB44-2D4B-0567-85EEEB21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3525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4AA878-9F7F-BCEB-845B-5AE3714E2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0AB8BE-D296-8955-D896-C9790E088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1B02F4-D0AF-0DDF-4F66-92542319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259432-BAD0-AF69-967D-22B8CB309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550600-9B69-31CB-2FDA-2EEE36E15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096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668FF13-10E5-7373-E326-B2E1AFA835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1831B1C-1B72-254F-F9ED-5231836E9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AC69A0-F827-D6EB-864A-BF54D03DC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638D3C-234C-A942-B06C-3A0AA4EE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5A3DC0-B731-D3F4-86E5-A12FD7E5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009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620E1B2-313B-FBDF-5978-56E5DC7A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612ED5-01ED-2AE9-D439-EAB36AB9C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BBF34E-B15C-BE90-AAF6-9A3A914011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B2DA6-BE02-4121-BE8A-D3ECD4667E2A}" type="datetimeFigureOut">
              <a:rPr lang="de-DE" smtClean="0"/>
              <a:t>20.04.2025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BFF6FD-18E6-6913-ECA1-28373D4ED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5785CB-ADC4-CB39-418B-CA64C0C27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FC0F1-9BAD-44A7-9548-34203063A6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6447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D5B87-35B8-4DCF-7D6D-4B519CDB8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A618D-40BD-82C7-5BFF-249A470AA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6000" dirty="0" err="1"/>
              <a:t>Assignment</a:t>
            </a:r>
            <a:r>
              <a:rPr lang="de-DE" sz="6000" dirty="0"/>
              <a:t> 1 </a:t>
            </a:r>
            <a:r>
              <a:rPr lang="de-DE" sz="6000" dirty="0" err="1"/>
              <a:t>group</a:t>
            </a:r>
            <a:r>
              <a:rPr lang="de-DE" sz="6000" dirty="0"/>
              <a:t> 6 </a:t>
            </a:r>
            <a:r>
              <a:rPr lang="de-DE" sz="6000" dirty="0" err="1"/>
              <a:t>Reversi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F6E1B8-6C56-21B9-177A-B5D0DB2300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sz="2400" dirty="0"/>
              <a:t>Malte Ewald</a:t>
            </a:r>
          </a:p>
          <a:p>
            <a:pPr algn="l"/>
            <a:r>
              <a:rPr lang="de-DE" sz="2400" dirty="0"/>
              <a:t>Henri </a:t>
            </a:r>
            <a:r>
              <a:rPr lang="de-DE" sz="2400" dirty="0" err="1"/>
              <a:t>Schaudinn</a:t>
            </a:r>
            <a:endParaRPr lang="de-DE" sz="2400" dirty="0"/>
          </a:p>
          <a:p>
            <a:pPr algn="l"/>
            <a:r>
              <a:rPr lang="de-DE" sz="2400" dirty="0"/>
              <a:t>Frithjof Alms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367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12AF3-9FC1-40A6-E8AD-E3D9B8D54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9D54E-CE26-F631-C5F8-BACAE161B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86" y="365125"/>
            <a:ext cx="10515600" cy="1325563"/>
          </a:xfrm>
        </p:spPr>
        <p:txBody>
          <a:bodyPr/>
          <a:lstStyle/>
          <a:p>
            <a:r>
              <a:rPr lang="de-DE" dirty="0"/>
              <a:t>Contents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BB72E6-11F1-EE03-E753-3C5374D6F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Repository Setup</a:t>
            </a:r>
          </a:p>
          <a:p>
            <a:r>
              <a:rPr lang="en-US" sz="2800" dirty="0"/>
              <a:t>Server Connection</a:t>
            </a:r>
          </a:p>
          <a:p>
            <a:r>
              <a:rPr lang="en-US" sz="2800" dirty="0"/>
              <a:t>Data structures</a:t>
            </a:r>
          </a:p>
          <a:p>
            <a:r>
              <a:rPr lang="en-US" sz="2800" dirty="0"/>
              <a:t>Map creation</a:t>
            </a:r>
          </a:p>
          <a:p>
            <a:pPr lvl="1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950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D5078C-33C5-B5C2-95D1-3D5F02DC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86" y="365125"/>
            <a:ext cx="10515600" cy="1325563"/>
          </a:xfrm>
        </p:spPr>
        <p:txBody>
          <a:bodyPr/>
          <a:lstStyle/>
          <a:p>
            <a:r>
              <a:rPr lang="de-DE"/>
              <a:t>Repository Setup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A8307F-DF7A-7842-94E4-68FE7588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Java as codebase</a:t>
            </a:r>
          </a:p>
          <a:p>
            <a:r>
              <a:rPr lang="de-DE"/>
              <a:t>CI next assignment</a:t>
            </a:r>
          </a:p>
          <a:p>
            <a:r>
              <a:rPr lang="de-DE"/>
              <a:t>Gradle buildscript</a:t>
            </a:r>
          </a:p>
          <a:p>
            <a:pPr lvl="1"/>
            <a:r>
              <a:rPr lang="de-DE"/>
              <a:t>Java Plugin</a:t>
            </a:r>
          </a:p>
          <a:p>
            <a:pPr lvl="1"/>
            <a:r>
              <a:rPr lang="de-DE"/>
              <a:t>Shadow Plugin</a:t>
            </a:r>
          </a:p>
          <a:p>
            <a:pPr lvl="1"/>
            <a:endParaRPr lang="de-DE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20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62B08B-0E61-9C70-87CB-FC466797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Server Connection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0A6281-92DD-5EBF-3477-9FFEAADDA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Java Socket and DataStreams</a:t>
            </a:r>
          </a:p>
          <a:p>
            <a:r>
              <a:rPr lang="de-DE"/>
              <a:t>No busy waiting</a:t>
            </a:r>
          </a:p>
          <a:p>
            <a:r>
              <a:rPr lang="de-DE"/>
              <a:t>Flexible parameters</a:t>
            </a:r>
          </a:p>
          <a:p>
            <a:r>
              <a:rPr lang="de-DE"/>
              <a:t>Simple Handling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1061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87F44-EDFE-A79F-E9F7-C0BD8F51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Structures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D18EC-2136-65DC-8D07-8574B0A40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Current priorities</a:t>
            </a:r>
          </a:p>
          <a:p>
            <a:r>
              <a:rPr lang="en-US"/>
              <a:t>simplicity</a:t>
            </a:r>
          </a:p>
          <a:p>
            <a:r>
              <a:rPr lang="en-US"/>
              <a:t>"visual representation"</a:t>
            </a:r>
          </a:p>
          <a:p>
            <a:r>
              <a:rPr lang="en-US"/>
              <a:t>Future priorities</a:t>
            </a:r>
          </a:p>
          <a:p>
            <a:r>
              <a:rPr lang="en-US"/>
              <a:t>memory efficiency</a:t>
            </a:r>
          </a:p>
          <a:p>
            <a:r>
              <a:rPr lang="en-US"/>
              <a:t>fast to work with using Algorithms</a:t>
            </a:r>
          </a:p>
          <a:p>
            <a:r>
              <a:rPr lang="en-US"/>
              <a:t>"easily iterable"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36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6DA6-C35D-9307-65D7-D5305055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EBB7F-5C62-1834-EB3A-9CB6905EF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Basic info(ex. Bombs) as integer</a:t>
            </a:r>
          </a:p>
          <a:p>
            <a:endParaRPr lang="en-US"/>
          </a:p>
          <a:p>
            <a:r>
              <a:rPr lang="en-US"/>
              <a:t>Map as Tile [][] matrix</a:t>
            </a:r>
          </a:p>
          <a:p>
            <a:endParaRPr lang="en-US"/>
          </a:p>
          <a:p>
            <a:r>
              <a:rPr lang="en-US"/>
              <a:t>Tile contains special transitions + Owner/type </a:t>
            </a:r>
          </a:p>
          <a:p>
            <a:endParaRPr lang="en-US"/>
          </a:p>
          <a:p>
            <a:r>
              <a:rPr lang="en-US"/>
              <a:t>myStones, opponentStones, relevantStones for Algorithms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286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3D74-4E8B-7237-6E6B-03ECCC5D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Improvement Ideas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3DE2A-E47F-5125-0F3E-BDEDD206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Swap Tile[][] to int [][] to save memory</a:t>
            </a:r>
          </a:p>
          <a:p>
            <a:endParaRPr lang="en-US"/>
          </a:p>
          <a:p>
            <a:r>
              <a:rPr lang="en-US"/>
              <a:t>PossibleMoves List for faster Algorithms</a:t>
            </a:r>
          </a:p>
          <a:p>
            <a:endParaRPr lang="en-US"/>
          </a:p>
          <a:p>
            <a:r>
              <a:rPr lang="en-US"/>
              <a:t>Maybe save move in deepsearch as delta instead of new matrix with a checkpoint all x moves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088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2B2A8D-EE80-F8EC-6F75-BBC40F009B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Map creation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8CB4D83-18B5-D8B2-A533-F76C751FE6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2943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E5D576-F816-61B4-CDDB-6AA06EBE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Default Map Creation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140132-E795-F11D-5CB7-F58D4AD1A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Slow</a:t>
            </a:r>
          </a:p>
          <a:p>
            <a:r>
              <a:rPr lang="de-DE"/>
              <a:t>Tedious</a:t>
            </a:r>
          </a:p>
          <a:p>
            <a:r>
              <a:rPr lang="de-DE"/>
              <a:t>Easy to make mistakes</a:t>
            </a:r>
          </a:p>
          <a:p>
            <a:r>
              <a:rPr lang="de-DE"/>
              <a:t>Hard to create large/complex maps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163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84178-AC82-63E0-D22F-64DF77455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Map</a:t>
            </a:r>
            <a:r>
              <a:rPr lang="de-DE" dirty="0"/>
              <a:t> Generator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928794-B1BB-EBD6-1B74-050E466F3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Using</a:t>
            </a:r>
            <a:r>
              <a:rPr lang="de-DE" dirty="0"/>
              <a:t> Python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pillow</a:t>
            </a:r>
            <a:r>
              <a:rPr lang="de-DE" dirty="0"/>
              <a:t> and </a:t>
            </a:r>
            <a:r>
              <a:rPr lang="de-DE" dirty="0" err="1"/>
              <a:t>numpy</a:t>
            </a:r>
            <a:endParaRPr lang="de-DE" dirty="0"/>
          </a:p>
        </p:txBody>
      </p:sp>
      <p:pic>
        <p:nvPicPr>
          <p:cNvPr id="5" name="Grafik 4" descr="Ein Bild, das Screenshot, Muster, Design enthält.&#10;&#10;KI-generierte Inhalte können fehlerhaft sein.">
            <a:extLst>
              <a:ext uri="{FF2B5EF4-FFF2-40B4-BE49-F238E27FC236}">
                <a16:creationId xmlns:a16="http://schemas.microsoft.com/office/drawing/2014/main" id="{EEAE44C2-67B8-F8E2-39F4-AF3D51F0A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2151">
            <a:off x="-390549" y="-381756"/>
            <a:ext cx="2494604" cy="2714594"/>
          </a:xfrm>
          <a:prstGeom prst="rect">
            <a:avLst/>
          </a:prstGeom>
        </p:spPr>
      </p:pic>
      <p:pic>
        <p:nvPicPr>
          <p:cNvPr id="7" name="Grafik 6" descr="Ein Bild, das Muster, Screenshot, nähen enthält.&#10;&#10;KI-generierte Inhalte können fehlerhaft sein.">
            <a:extLst>
              <a:ext uri="{FF2B5EF4-FFF2-40B4-BE49-F238E27FC236}">
                <a16:creationId xmlns:a16="http://schemas.microsoft.com/office/drawing/2014/main" id="{7D2F6B8F-C8BB-F000-EA88-83E2A08DF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88252">
            <a:off x="8553995" y="-312044"/>
            <a:ext cx="3941493" cy="3096271"/>
          </a:xfrm>
          <a:prstGeom prst="rect">
            <a:avLst/>
          </a:prstGeom>
        </p:spPr>
      </p:pic>
      <p:pic>
        <p:nvPicPr>
          <p:cNvPr id="9" name="Grafik 8" descr="Ein Bild, das Screenshot, Muster, Farbigkeit, Symmetrie enthält.&#10;&#10;KI-generierte Inhalte können fehlerhaft sein.">
            <a:extLst>
              <a:ext uri="{FF2B5EF4-FFF2-40B4-BE49-F238E27FC236}">
                <a16:creationId xmlns:a16="http://schemas.microsoft.com/office/drawing/2014/main" id="{325F163E-A6BF-16F4-0271-16D4CCCE0B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2174">
            <a:off x="9328785" y="4324568"/>
            <a:ext cx="3510251" cy="274212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05BF635-C884-83F9-040A-BDD1597A1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9880">
            <a:off x="-302559" y="3818828"/>
            <a:ext cx="5169708" cy="342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06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BC9A4-0595-38FC-44BA-F570B9FCD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works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0867D37-D303-FE1E-939C-78DE5B249D52}"/>
              </a:ext>
            </a:extLst>
          </p:cNvPr>
          <p:cNvSpPr txBox="1"/>
          <p:nvPr/>
        </p:nvSpPr>
        <p:spPr>
          <a:xfrm>
            <a:off x="4754880" y="2988941"/>
            <a:ext cx="1783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Image[][]</a:t>
            </a:r>
          </a:p>
        </p:txBody>
      </p:sp>
      <p:pic>
        <p:nvPicPr>
          <p:cNvPr id="4" name="Grafik 3" descr="Ein Bild, das Muster, Screenshot, nähen enthält.&#10;&#10;KI-generierte Inhalte können fehlerhaft sein.">
            <a:extLst>
              <a:ext uri="{FF2B5EF4-FFF2-40B4-BE49-F238E27FC236}">
                <a16:creationId xmlns:a16="http://schemas.microsoft.com/office/drawing/2014/main" id="{6406D928-60F9-2B8E-A982-EE78E100C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130" y="2009840"/>
            <a:ext cx="3237165" cy="2542981"/>
          </a:xfrm>
          <a:prstGeom prst="rect">
            <a:avLst/>
          </a:prstGeom>
        </p:spPr>
      </p:pic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88DA4044-0FBF-3506-1106-5E0173EA1FAD}"/>
              </a:ext>
            </a:extLst>
          </p:cNvPr>
          <p:cNvSpPr/>
          <p:nvPr/>
        </p:nvSpPr>
        <p:spPr>
          <a:xfrm>
            <a:off x="3637597" y="2947002"/>
            <a:ext cx="868680" cy="6686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C3C930F3-5D95-4C9B-D11C-DCB92EADA850}"/>
              </a:ext>
            </a:extLst>
          </p:cNvPr>
          <p:cNvSpPr/>
          <p:nvPr/>
        </p:nvSpPr>
        <p:spPr>
          <a:xfrm>
            <a:off x="6592253" y="2947002"/>
            <a:ext cx="868680" cy="6686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BA518CC-49C6-1102-4450-36D0DC94D24C}"/>
              </a:ext>
            </a:extLst>
          </p:cNvPr>
          <p:cNvSpPr txBox="1"/>
          <p:nvPr/>
        </p:nvSpPr>
        <p:spPr>
          <a:xfrm>
            <a:off x="3554816" y="2619609"/>
            <a:ext cx="78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Pillow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E3DCAAB-5F96-6533-FBDD-D0DFF64D8E56}"/>
              </a:ext>
            </a:extLst>
          </p:cNvPr>
          <p:cNvSpPr txBox="1"/>
          <p:nvPr/>
        </p:nvSpPr>
        <p:spPr>
          <a:xfrm>
            <a:off x="6303999" y="2619609"/>
            <a:ext cx="114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Algorithm</a:t>
            </a:r>
            <a:endParaRPr lang="de-DE" dirty="0"/>
          </a:p>
        </p:txBody>
      </p:sp>
      <p:pic>
        <p:nvPicPr>
          <p:cNvPr id="12" name="Grafik 11" descr="Ein Bild, das gelb, Clipart, Cartoon enthält.&#10;&#10;KI-generierte Inhalte können fehlerhaft sein.">
            <a:extLst>
              <a:ext uri="{FF2B5EF4-FFF2-40B4-BE49-F238E27FC236}">
                <a16:creationId xmlns:a16="http://schemas.microsoft.com/office/drawing/2014/main" id="{8072F29F-9C8F-6430-303D-6EFB2E048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69" y="1919722"/>
            <a:ext cx="2723212" cy="272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34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7C4FC-FC55-9BDB-F48D-A42CE41F3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5AF65-37C5-E28F-69D5-8D9A8852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The Algorithm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8597CB-F10C-D76E-85B9-1461871A2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do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map</a:t>
            </a:r>
            <a:r>
              <a:rPr lang="de-DE" dirty="0"/>
              <a:t> 256 </a:t>
            </a:r>
            <a:r>
              <a:rPr lang="de-DE" dirty="0" err="1"/>
              <a:t>intensity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variable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characters</a:t>
            </a:r>
            <a:r>
              <a:rPr lang="de-DE" dirty="0"/>
              <a:t>? </a:t>
            </a:r>
          </a:p>
          <a:p>
            <a:pPr marL="0" indent="0">
              <a:buNone/>
            </a:pPr>
            <a:r>
              <a:rPr lang="de-DE" dirty="0"/>
              <a:t>1. </a:t>
            </a: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mapping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	- </a:t>
            </a:r>
            <a:r>
              <a:rPr lang="de-DE" dirty="0" err="1"/>
              <a:t>round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„</a:t>
            </a:r>
            <a:r>
              <a:rPr lang="de-DE" dirty="0" err="1"/>
              <a:t>step</a:t>
            </a:r>
            <a:r>
              <a:rPr lang="de-DE" dirty="0"/>
              <a:t>“</a:t>
            </a:r>
          </a:p>
          <a:p>
            <a:pPr marL="0" indent="0">
              <a:buNone/>
            </a:pPr>
            <a:r>
              <a:rPr lang="de-DE" dirty="0"/>
              <a:t>2. </a:t>
            </a: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variability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	- </a:t>
            </a:r>
            <a:r>
              <a:rPr lang="de-DE" dirty="0" err="1"/>
              <a:t>dynamically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„</a:t>
            </a:r>
            <a:r>
              <a:rPr lang="de-DE" dirty="0" err="1"/>
              <a:t>steps</a:t>
            </a:r>
            <a:r>
              <a:rPr lang="de-DE" dirty="0"/>
              <a:t>“ </a:t>
            </a:r>
            <a:r>
              <a:rPr lang="de-DE" dirty="0" err="1"/>
              <a:t>dependent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	</a:t>
            </a:r>
            <a:r>
              <a:rPr lang="de-DE" dirty="0" err="1"/>
              <a:t>players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AutoNum type="arabicPeriod"/>
            </a:pP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9142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D01593-9127-461B-09E8-3FCAB4AF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Competitive</a:t>
            </a:r>
            <a:r>
              <a:rPr lang="de-DE" dirty="0"/>
              <a:t> </a:t>
            </a:r>
            <a:r>
              <a:rPr lang="de-DE" dirty="0" err="1"/>
              <a:t>map</a:t>
            </a:r>
            <a:endParaRPr lang="de-DE" dirty="0"/>
          </a:p>
        </p:txBody>
      </p:sp>
      <p:pic>
        <p:nvPicPr>
          <p:cNvPr id="5" name="Inhaltsplatzhalter 4" descr="Ein Bild, das Screenshot, Muster, Farbigkeit, Symmetrie enthält.&#10;&#10;KI-generierte Inhalte können fehlerhaft sein.">
            <a:extLst>
              <a:ext uri="{FF2B5EF4-FFF2-40B4-BE49-F238E27FC236}">
                <a16:creationId xmlns:a16="http://schemas.microsoft.com/office/drawing/2014/main" id="{11258C37-E2B8-EA45-FDAF-8F19D0C81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882" y="1825625"/>
            <a:ext cx="5570236" cy="4351338"/>
          </a:xfrm>
        </p:spPr>
      </p:pic>
    </p:spTree>
    <p:extLst>
      <p:ext uri="{BB962C8B-B14F-4D97-AF65-F5344CB8AC3E}">
        <p14:creationId xmlns:p14="http://schemas.microsoft.com/office/powerpoint/2010/main" val="2349027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217</Words>
  <Application>Microsoft Office PowerPoint</Application>
  <PresentationFormat>Breitbild</PresentationFormat>
  <Paragraphs>63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</vt:lpstr>
      <vt:lpstr>Assignment 1 group 6 Reversi</vt:lpstr>
      <vt:lpstr>Contents</vt:lpstr>
      <vt:lpstr>Repository Setup</vt:lpstr>
      <vt:lpstr>Server Connection</vt:lpstr>
      <vt:lpstr>Data Structures </vt:lpstr>
      <vt:lpstr>Simple structure</vt:lpstr>
      <vt:lpstr>Improvement Ideas</vt:lpstr>
      <vt:lpstr>Map creation</vt:lpstr>
      <vt:lpstr>Default Map Creation</vt:lpstr>
      <vt:lpstr>Map Generator</vt:lpstr>
      <vt:lpstr>How it works</vt:lpstr>
      <vt:lpstr>The Algorithm</vt:lpstr>
      <vt:lpstr>Competitive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Frithjof Alms</dc:creator>
  <cp:lastModifiedBy>Frithjof Alms</cp:lastModifiedBy>
  <cp:revision>86</cp:revision>
  <dcterms:created xsi:type="dcterms:W3CDTF">2025-04-16T11:41:32Z</dcterms:created>
  <dcterms:modified xsi:type="dcterms:W3CDTF">2025-04-20T20:46:42Z</dcterms:modified>
</cp:coreProperties>
</file>