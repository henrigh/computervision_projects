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62" r:id="rId4"/>
    <p:sldId id="264" r:id="rId5"/>
    <p:sldId id="258" r:id="rId6"/>
    <p:sldId id="265" r:id="rId7"/>
    <p:sldId id="266" r:id="rId8"/>
    <p:sldId id="267" r:id="rId9"/>
    <p:sldId id="257" r:id="rId10"/>
    <p:sldId id="260" r:id="rId11"/>
    <p:sldId id="259" r:id="rId1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A8A08B9-52DB-4E8A-B5CE-E281A4D0AE2D}" v="834" dt="2025-05-04T17:54:40.886"/>
    <p1510:client id="{DE0A725F-147F-4E38-B880-4145F117DBF6}" v="224" dt="2025-05-04T20:42:53.147"/>
  </p1510:revLst>
</p1510:revInfo>
</file>

<file path=ppt/tableStyles.xml><?xml version="1.0" encoding="utf-8"?>
<a:tblStyleLst xmlns:a="http://schemas.openxmlformats.org/drawingml/2006/main" def="{5C22544A-7EE6-4342-B048-85BDC9FD1C3A}">
  <a:tblStyle styleId="{616DA210-FB5B-4158-B5E0-FEB733F419BA}" styleName="Helle Formatvorlag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93D81CF-94F2-401A-BA57-92F5A7B2D0C5}" styleName="Mittlere Formatvorlag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ittlere Formatvorlage 2 - Akz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4T21:07:22.32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24932 8936 16383 0 0,'9'0'0'0'0,"8"0"0"0"0,11 0 0 0 0,4 0 0 0 0,7 0 0 0 0,11 5 0 0 0,1 6 0 0 0,-3 1 0 0 0,4-1 0 0 0,-2-3 0 0 0,-5-3 0 0 0,0 3 0 0 0,1 0 0 0 0,-3-2 0 0 0,1-1 0 0 0,-2-2 0 0 0,1-2 0 0 0,-3 0 0 0 0,-2-1 0 0 0,-9-5 0 0 0,-4-1 0 0 0,-1-1 0 0 0,-1-2 0 0 0,1-1 0 0 0,0-3 0 0 0,2 1 0 0 0,5-3 0 0 0,2-2 0 0 0,1 0 0 0 0,-2 4 0 0 0,4-1 0 0 0,0 3 0 0 0,3 2 0 0 0,5-2 0 0 0,-6-3 0 0 0,-4 1 0 0 0,-3 2 0 0 0,-3 3 0 0 0,-1 3 0 0 0,-9 2 0 0 0,-14 2 0 0 0,-20-4 0 0 0,-13-1 0 0 0,-10 1 0 0 0,-4 1 0 0 0,1 1 0 0 0,3 1 0 0 0,-1-3 0 0 0,1-2 0 0 0,3-3 0 0 0,-2-1 0 0 0,1 2 0 0 0,2-3 0 0 0,2 2 0 0 0,-2 1 0 0 0,0 4 0 0 0,1 1 0 0 0,2 2 0 0 0,1 2 0 0 0,2-5 0 0 0,1-6 0 0 0,0 0 0 0 0,1 0 0 0 0,0 4 0 0 0,0 1 0 0 0,-1 3 0 0 0,1 2 0 0 0,0 0 0 0 0,-1 2 0 0 0,1-1 0 0 0,-1 1 0 0 0,1-1 0 0 0,-1 0 0 0 0,1 1 0 0 0,-10-1 0 0 0,-3 0 0 0 0,1 0 0 0 0,2 0 0 0 0,2 0 0 0 0,4 0 0 0 0,1 0 0 0 0,2 0 0 0 0,0 0 0 0 0,1 0 0 0 0,0 0 0 0 0,0 0 0 0 0,0 0 0 0 0,0 0 0 0 0,4 4 0 0 0,7 7 0 0 0,5 11 0 0 0,5 6 0 0 0,4 7 0 0 0,1 3 0 0 0,2 0 0 0 0,0-3 0 0 0,0-1 0 0 0,-9-3 0 0 0,-4-2 0 0 0,1-1 0 0 0,1 0 0 0 0,4-1 0 0 0,-3-5 0 0 0,0-1 0 0 0,3 0 0 0 0,1 2 0 0 0,2 1 0 0 0,1 1 0 0 0,6-3 0 0 0,12-6 0 0 0,7-6 0 0 0,14-3 0 0 0,6-5 0 0 0,-1-1 0 0 0,3-2 0 0 0,-2 0 0 0 0,-3 0 0 0 0,-5 0 0 0 0,-3 1 0 0 0,-2-1 0 0 0,-2 1 0 0 0,0 0 0 0 0,-1 4 0 0 0,9 3 0 0 0,8-1 0 0 0,1-2 0 0 0,-3 0 0 0 0,-8 3 0 0 0,-5 0 0 0 0,-3-1 0 0 0,-1-1 0 0 0,4 3 0 0 0,2 0 0 0 0,1-1 0 0 0,4-2 0 0 0,5-2 0 0 0,0-1 0 0 0,-2-1 0 0 0,-2-1 0 0 0,-4 0 0 0 0,2 0 0 0 0,0-1 0 0 0,4 1 0 0 0,-1 0 0 0 0,-2 0 0 0 0,-2-1 0 0 0,-3 1 0 0 0,4-4 0 0 0,-1-2 0 0 0,0 0 0 0 0,-2 1 0 0 0,-2 1 0 0 0,4 2 0 0 0,0-8 0 0 0,5-3 0 0 0,-1 1 0 0 0,-2-2 0 0 0,-6-3 0 0 0,-5 1 0 0 0,-1-2 0 0 0,0 3 0 0 0,-4-1 0 0 0,-2-2 0 0 0,2-4 0 0 0,2-1 0 0 0,-3-3 0 0 0,-4-1 0 0 0,-1 0 0 0 0,-2-1 0 0 0,1 5 0 0 0,-1 1 0 0 0,-3 0 0 0 0,1-6 0 0 0,5-2 0 0 0,-1-2 0 0 0,-3 1 0 0 0,2 5 0 0 0,-2-2 0 0 0,-3-1 0 0 0,-7 0 0 0 0,-3 0 0 0 0,-7 0 0 0 0,-6 1 0 0 0,-6 4 0 0 0,2 3 0 0 0,-2-1 0 0 0,-1 4 0 0 0,-2 5 0 0 0,4 0 0 0 0,-1 2 0 0 0,0 3 0 0 0,-2 3 0 0 0,4-3 0 0 0,-1 1 0 0 0,-1 1 0 0 0,-6 1 0 0 0,-3 3 0 0 0,-2 0 0 0 0,1 1 0 0 0,0 1 0 0 0,1 1 0 0 0,1-1 0 0 0,1 0 0 0 0,0 0 0 0 0,-4 1 0 0 0,-2-1 0 0 0,1 0 0 0 0,1 0 0 0 0,1 0 0 0 0,2 0 0 0 0,0 0 0 0 0,1 0 0 0 0,1 0 0 0 0,0 0 0 0 0,-1 0 0 0 0,1 0 0 0 0,-10 0 0 0 0,-2 0 0 0 0,-5 0 0 0 0,1 0 0 0 0,-2 0 0 0 0,2 0 0 0 0,-1 0 0 0 0,-2 0 0 0 0,2 0 0 0 0,4 0 0 0 0,3 0 0 0 0,5 0 0 0 0,1 0 0 0 0,3 0 0 0 0,1 0 0 0 0,0 0 0 0 0,0 0 0 0 0,-4 0 0 0 0,-2 0 0 0 0,-5 0 0 0 0,0 0 0 0 0,1 0 0 0 0,3 0 0 0 0,2 0 0 0 0,2 0 0 0 0,1 0 0 0 0,1 0 0 0 0,1 0 0 0 0,0 0 0 0 0,0 0 0 0 0,0 0 0 0 0,4 0 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4T21:07:22.32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24713 10452 16383 0 0,'-5'0'0'0'0,"-1"5"0"0"0,0 6 0 0 0,2 10 0 0 0,0 7 0 0 0,2 3 0 0 0,1 1 0 0 0,0 0 0 0 0,1-2 0 0 0,5-4 0 0 0,2-4 0 0 0,-1 1 0 0 0,-1 0 0 0 0,-1 1 0 0 0,2 1 0 0 0,2 1 0 0 0,-2 1 0 0 0,-1 0 0 0 0,3 6 0 0 0,0 0 0 0 0,-1 1 0 0 0,2-1 0 0 0,1-2 0 0 0,-2-2 0 0 0,-3 0 0 0 0,3-6 0 0 0,1-1 0 0 0,2-6 0 0 0,5-4 0 0 0,8-5 0 0 0,6-8 0 0 0,6-4 0 0 0,2-1 0 0 0,4 0 0 0 0,4 2 0 0 0,-1 1 0 0 0,-3 1 0 0 0,-5 1 0 0 0,-3 0 0 0 0,1-3 0 0 0,0-2 0 0 0,-2-5 0 0 0,-1 1 0 0 0,-2 1 0 0 0,-1 2 0 0 0,-1 2 0 0 0,4 3 0 0 0,2 1 0 0 0,-1 0 0 0 0,-1 2 0 0 0,-2-1 0 0 0,0 1 0 0 0,-2-1 0 0 0,0 0 0 0 0,0 1 0 0 0,3-1 0 0 0,3 0 0 0 0,-1 0 0 0 0,-1 0 0 0 0,-1 0 0 0 0,-2 0 0 0 0,0 0 0 0 0,-1 0 0 0 0,-1 0 0 0 0,1 0 0 0 0,-1 0 0 0 0,0 0 0 0 0,0 0 0 0 0,1 0 0 0 0,-1 0 0 0 0,1 0 0 0 0,-1 0 0 0 0,1 0 0 0 0,-1 0 0 0 0,1 0 0 0 0,-1 0 0 0 0,1 0 0 0 0,-1 0 0 0 0,1 0 0 0 0,-1 0 0 0 0,1 0 0 0 0,-1 0 0 0 0,1 0 0 0 0,-1-5 0 0 0,1-1 0 0 0,-1 0 0 0 0,1 1 0 0 0,4 2 0 0 0,1 1 0 0 0,1 0 0 0 0,-2 2 0 0 0,-1 0 0 0 0,-1 0 0 0 0,3 0 0 0 0,6 1 0 0 0,-4-6 0 0 0,-8-6 0 0 0,-9-5 0 0 0,-7-6 0 0 0,-10-3 0 0 0,-5-2 0 0 0,-2-1 0 0 0,-1-1 0 0 0,2 0 0 0 0,-3 1 0 0 0,-1 0 0 0 0,2 0 0 0 0,2 0 0 0 0,2 0 0 0 0,1 1 0 0 0,1-5 0 0 0,1-2 0 0 0,0-4 0 0 0,0 0 0 0 0,1-4 0 0 0,-6 6 0 0 0,-5 9 0 0 0,-7 9 0 0 0,-5 8 0 0 0,-7 5 0 0 0,-5 4 0 0 0,5 6 0 0 0,6 8 0 0 0,3 1 0 0 0,0 3 0 0 0,4 3 0 0 0,-1 3 0 0 0,-1 2 0 0 0,-8-3 0 0 0,-4 0 0 0 0,4 0 0 0 0,1-3 0 0 0,0-6 0 0 0,0-4 0 0 0,-6-4 0 0 0,-1-2 0 0 0,-1-3 0 0 0,1 0 0 0 0,1-1 0 0 0,2 0 0 0 0,0 0 0 0 0,1 0 0 0 0,0 1 0 0 0,1 0 0 0 0,0 0 0 0 0,0 0 0 0 0,-1 0 0 0 0,1 0 0 0 0,-1 0 0 0 0,1 0 0 0 0,0 0 0 0 0,-1 0 0 0 0,1 0 0 0 0,-1 0 0 0 0,1 0 0 0 0,4-5 0 0 0,1-1 0 0 0,1 0 0 0 0,-2 1 0 0 0,-1 2 0 0 0,-6 1 0 0 0,-3 1 0 0 0,1-5 0 0 0,-1 0 0 0 0,2 0 0 0 0,1 2 0 0 0,1 1 0 0 0,1 1 0 0 0,1 1 0 0 0,-1-4 0 0 0,1-1 0 0 0,0 0 0 0 0,-1 2 0 0 0,1 0 0 0 0,0 2 0 0 0,-1 1 0 0 0,1 1 0 0 0,-1 0 0 0 0,1-4 0 0 0,-1-2 0 0 0,1 0 0 0 0,-1 2 0 0 0,1 0 0 0 0,-1 2 0 0 0,1 1 0 0 0,-1 1 0 0 0,1 0 0 0 0,-1 0 0 0 0,6 0 0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4T21:07:22.32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19129 8599 16383 0 0,'5'0'0'0'0,"6"0"0"0"0,6 0 0 0 0,4 0 0 0 0,4 0 0 0 0,2 0 0 0 0,2 0 0 0 0,-1 0 0 0 0,1 0 0 0 0,0 0 0 0 0,-1 0 0 0 0,0 0 0 0 0,-1 0 0 0 0,1 0 0 0 0,0 0 0 0 0,-1 0 0 0 0,0 0 0 0 0,1 0 0 0 0,-1 0 0 0 0,1 0 0 0 0,-1 0 0 0 0,1 0 0 0 0,-1 0 0 0 0,1 0 0 0 0,-1 0 0 0 0,1 0 0 0 0,4 0 0 0 0,6 0 0 0 0,2 0 0 0 0,-2 0 0 0 0,-2 0 0 0 0,-3 0 0 0 0,-2 0 0 0 0,-2 0 0 0 0,-2 0 0 0 0,1 0 0 0 0,-1 0 0 0 0,0 0 0 0 0,0 0 0 0 0,0 0 0 0 0,0 0 0 0 0,1 0 0 0 0,-1 0 0 0 0,0 0 0 0 0,1 0 0 0 0,4 0 0 0 0,2 0 0 0 0,4 0 0 0 0,0 0 0 0 0,-1 0 0 0 0,-2 0 0 0 0,-3 0 0 0 0,-2 0 0 0 0,-2 0 0 0 0,0 0 0 0 0,-1 0 0 0 0,0 0 0 0 0,0 0 0 0 0,0 0 0 0 0,5 0 0 0 0,6 0 0 0 0,2 0 0 0 0,-2 0 0 0 0,-2 0 0 0 0,-3 0 0 0 0,-2 0 0 0 0,-2 0 0 0 0,-6 0 0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4T21:07:22.33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19103 9128 16383 0 0,'5'0'0'0'0,"10"0"0"0"0,8 0 0 0 0,5 0 0 0 0,1 0 0 0 0,2 0 0 0 0,-1 5 0 0 0,-5 1 0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4T21:07:22.33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19368 9155 16383 0 0,'4'0'0'0'0,"2"0"0"0"0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4T21:07:22.33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19500 9155 16383 0 0,'4'0'0'0'0,"7"0"0"0"0,1 0 0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4T21:07:22.33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19553 9155 16383 0 0,'4'0'0'0'0,"7"0"0"0"0,6 0 0 0 0,5 0 0 0 0,3 0 0 0 0,2 0 0 0 0,1 0 0 0 0,1 0 0 0 0,-5 0 0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4T21:07:22.33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20003 9158 16383 0 0,'4'0'0'0'0,"7"0"0"0"0,6 0 0 0 0,4 0 0 0 0,9 0 0 0 0,3 0 0 0 0,2 0 0 0 0,-2 0 0 0 0,-1 0 0 0 0,3 0 0 0 0,1 0 0 0 0,3 0 0 0 0,4 0 0 0 0,5-5 0 0 0,-2-1 0 0 0,-3 0 0 0 0,-5 2 0 0 0,-4 0 0 0 0,-3 2 0 0 0,-3-4 0 0 0,0 0 0 0 0,-2 0 0 0 0,1 1 0 0 0,0 2 0 0 0,0 1 0 0 0,0 1 0 0 0,0 1 0 0 0,0-5 0 0 0,1-1 0 0 0,-1 1 0 0 0,1 0 0 0 0,-1 2 0 0 0,5 1 0 0 0,2 1 0 0 0,4 1 0 0 0,1 0 0 0 0,-3-5 0 0 0,-6-1 0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4T21:07:22.33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19103 10615 16383 0 0,'5'0'0'0'0,"5"0"0"0"0,7 0 0 0 0,5 0 0 0 0,3 0 0 0 0,2 0 0 0 0,1 0 0 0 0,1 0 0 0 0,0 0 0 0 0,-1-5 0 0 0,0-1 0 0 0,0 0 0 0 0,0 1 0 0 0,0-3 0 0 0,-1 0 0 0 0,1-4 0 0 0,-1 1 0 0 0,0 1 0 0 0,1 4 0 0 0,-5-3 0 0 0,-2 0 0 0 0,0 2 0 0 0,2 3 0 0 0,1 1 0 0 0,2 1 0 0 0,0 1 0 0 0,-4-3 0 0 0,0-2 0 0 0,-1 0 0 0 0,7 2 0 0 0,3 1 0 0 0,5 1 0 0 0,1 1 0 0 0,4 0 0 0 0,0 1 0 0 0,2 1 0 0 0,-2-1 0 0 0,-3 0 0 0 0,-3 0 0 0 0,-3 0 0 0 0,-2 1 0 0 0,-2-1 0 0 0,-1 0 0 0 0,5 0 0 0 0,1 0 0 0 0,5 0 0 0 0,0 0 0 0 0,-2 0 0 0 0,-2 0 0 0 0,-2 0 0 0 0,3 0 0 0 0,0 0 0 0 0,-2 0 0 0 0,-1 0 0 0 0,-1 0 0 0 0,-2 0 0 0 0,-1 4 0 0 0,0 2 0 0 0,-1 0 0 0 0,0-1 0 0 0,0-1 0 0 0,1-2 0 0 0,-1-1 0 0 0,0-1 0 0 0,1 0 0 0 0,-1 0 0 0 0,1 0 0 0 0,-1 0 0 0 0,1-1 0 0 0,-1 1 0 0 0,1 0 0 0 0,-1 0 0 0 0,-4 0 0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4T21:07:22.33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19103 11089 16383 0 0,'0'5'0'0'0,"5"1"0"0"0,5 0 0 0 0,7-1 0 0 0,5-2 0 0 0,3-1 0 0 0,2-1 0 0 0,1 0 0 0 0,1-1 0 0 0,0 0 0 0 0,-1-1 0 0 0,0 1 0 0 0,0-5 0 0 0,0-6 0 0 0,0-1 0 0 0,-1-3 0 0 0,1 0 0 0 0,-1 4 0 0 0,0 3 0 0 0,6 3 0 0 0,0 2 0 0 0,1 2 0 0 0,-2 1 0 0 0,-1 1 0 0 0,-2-1 0 0 0,0 1 0 0 0,-1 0 0 0 0,-1-1 0 0 0,1 0 0 0 0,4 0 0 0 0,1 0 0 0 0,0 0 0 0 0,-1 0 0 0 0,-1 0 0 0 0,-1 0 0 0 0,-2 0 0 0 0,0 0 0 0 0,0 0 0 0 0,-1 0 0 0 0,0 0 0 0 0,1 0 0 0 0,-1 0 0 0 0,0 0 0 0 0,1 0 0 0 0,-1 0 0 0 0,0 0 0 0 0,1 0 0 0 0,-5-4 0 0 0,-2-3 0 0 0,1 1 0 0 0,0 2 0 0 0,2 0 0 0 0,2 2 0 0 0,0 1 0 0 0,6 1 0 0 0,2 0 0 0 0,4 0 0 0 0,1 0 0 0 0,2 0 0 0 0,0 0 0 0 0,2 1 0 0 0,-2-1 0 0 0,-3 0 0 0 0,-3 0 0 0 0,-3 0 0 0 0,-3 4 0 0 0,-1 3 0 0 0,0-1 0 0 0,-2-2 0 0 0,1 0 0 0 0,0-2 0 0 0,0-1 0 0 0,0-1 0 0 0,1 0 0 0 0,-1 0 0 0 0,-4 0 0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04T21:07:22.337"/>
    </inkml:context>
    <inkml:brush xml:id="br0">
      <inkml:brushProperty name="width" value="0.3" units="cm"/>
      <inkml:brushProperty name="height" value="0.6" units="cm"/>
      <inkml:brushProperty name="color" value="#FF8517"/>
      <inkml:brushProperty name="tip" value="rectangle"/>
      <inkml:brushProperty name="rasterOp" value="maskPen"/>
    </inkml:brush>
  </inkml:definitions>
  <inkml:trace contextRef="#ctx0" brushRef="#br0">13653 8918 16383 0 0,'4'0'0'0'0,"7"0"0"0"0,6 0 0 0 0,4 0 0 0 0,4 0 0 0 0,3 0 0 0 0,0 0 0 0 0,0 0 0 0 0,1 0 0 0 0,0 0 0 0 0,-1 0 0 0 0,0 5 0 0 0,0 1 0 0 0,-1 0 0 0 0,1-1 0 0 0,-1-2 0 0 0,1-1 0 0 0,-1-1 0 0 0,5 0 0 0 0,7-1 0 0 0,0 0 0 0 0,-1-1 0 0 0,3 1 0 0 0,-2 0 0 0 0,-2 0 0 0 0,-4 0 0 0 0,-1 0 0 0 0,2 0 0 0 0,0 0 0 0 0,-1 0 0 0 0,-1 0 0 0 0,-1 0 0 0 0,-2 0 0 0 0,-1 0 0 0 0,0 0 0 0 0,-1 0 0 0 0,0 0 0 0 0,0 0 0 0 0,1 0 0 0 0,-1 0 0 0 0,0 0 0 0 0,5 0 0 0 0,2 0 0 0 0,4 0 0 0 0,1 0 0 0 0,2 0 0 0 0,0 0 0 0 0,1 0 0 0 0,-1 0 0 0 0,-3-5 0 0 0,-3-1 0 0 0,-3 0 0 0 0,-3 1 0 0 0,-1 2 0 0 0,0 1 0 0 0,-1-4 0 0 0,-1-1 0 0 0,1 1 0 0 0,0 2 0 0 0,1 0 0 0 0,-6-2 0 0 0,-1-1 0 0 0,-4 1 0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B437D11-7C73-B3E2-2F91-E5BAD41E0C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1153BF20-D6BA-9B01-D12C-D62CFAF4EA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64D9D8D-3F93-6EA1-9882-C7A13A68EF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0A795-4461-4DA4-A2AC-D10BBC622091}" type="datetimeFigureOut">
              <a:rPr lang="de-DE" smtClean="0"/>
              <a:t>04.05.2025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6C6966F-7C1B-797F-EFBB-E4192BC466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F1CE42D-24A4-41CA-461D-F22E6A223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7B7DF-828E-449D-8DF6-D1BD9070925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959532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ADA7C2-A9F3-6925-EF48-E3FBDE5BF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F81C303-1DF6-5B7E-8B57-D39EF02079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95C57D02-AD74-7F0A-1D7A-9ABD866647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0A795-4461-4DA4-A2AC-D10BBC622091}" type="datetimeFigureOut">
              <a:rPr lang="de-DE" smtClean="0"/>
              <a:t>04.05.2025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B93E9345-8B44-F198-EB00-BB9A3A2A2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903647AC-A057-1274-EB04-C0382AC7F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7B7DF-828E-449D-8DF6-D1BD9070925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65578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5E4804E-1116-44BC-E900-2725C0BF6A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8A08586-E1DB-AA7B-D1F5-AAD6B326BC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0766341-BB82-3CF1-CAC9-1A0CE365C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0A795-4461-4DA4-A2AC-D10BBC622091}" type="datetimeFigureOut">
              <a:rPr lang="de-DE" smtClean="0"/>
              <a:t>04.05.2025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B8693BF-1624-DF82-D399-A36FD8A3A9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55D7372-74FF-7E3F-D8B2-5142BD724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7B7DF-828E-449D-8DF6-D1BD9070925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12862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38B6EFE-BA4A-7A74-D721-68D1DDFAC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AF3E6A9-65AD-F2A5-EFEE-449E7F1F82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42D1530-C3AB-1B8C-102D-A3FA9DCE41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A29E940-9877-FD02-EB6B-43F526C23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0A795-4461-4DA4-A2AC-D10BBC622091}" type="datetimeFigureOut">
              <a:rPr lang="de-DE" smtClean="0"/>
              <a:t>04.05.2025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ED86F96-095E-A3BF-4EE9-AED8C75E81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A9A2B95-22D0-4B97-1535-A2C981338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7B7DF-828E-449D-8DF6-D1BD9070925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008183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01E76C5-C6D1-D297-ACDF-8806F31BAB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94C8438-AA47-4571-EDE0-8BB4190B8E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A132071-0546-1C52-B2F2-9B28122CB7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DEBD7759-22FF-FF93-780C-3E22CCAEE1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81BF4202-71F0-9ED7-B0E5-8582260D38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FEA6C83-65FF-3750-ECD0-18717FC06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0A795-4461-4DA4-A2AC-D10BBC622091}" type="datetimeFigureOut">
              <a:rPr lang="de-DE" smtClean="0"/>
              <a:t>04.05.2025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16CDADB0-FD0B-140F-23B1-009796D4C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E71DBE2F-2206-CC1C-EF22-AF5D8E45A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7B7DF-828E-449D-8DF6-D1BD9070925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912121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0FDE141-EFCC-A5CB-F243-AC062F5371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882B319-D81D-F772-A16C-58C0CE34F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0A795-4461-4DA4-A2AC-D10BBC622091}" type="datetimeFigureOut">
              <a:rPr lang="de-DE" smtClean="0"/>
              <a:t>04.05.2025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974BEAC-EF2B-29DC-DEE5-A1B68E97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9F12A5F-05D3-C64D-1C62-78FF5E0E0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7B7DF-828E-449D-8DF6-D1BD9070925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720145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77922861-5D26-7752-8C1F-D568B5924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0A795-4461-4DA4-A2AC-D10BBC622091}" type="datetimeFigureOut">
              <a:rPr lang="de-DE" smtClean="0"/>
              <a:t>04.05.2025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1A1556D-7F09-4850-4EEF-4D4866FA0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F223576-4956-1207-94AB-816812E19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7B7DF-828E-449D-8DF6-D1BD9070925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458228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8AAA5B0-B3CB-3E94-F762-B74CF14595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B3D3578-EFD0-0FB8-89E5-117E357370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5908D06-55A8-C938-C3C7-525AABAFF7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350972D-4A3F-91F6-19C3-781175390B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0A795-4461-4DA4-A2AC-D10BBC622091}" type="datetimeFigureOut">
              <a:rPr lang="de-DE" smtClean="0"/>
              <a:t>04.05.2025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24474AA-9702-6E2E-FBCA-1C28F0BCAD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1D6DA55-CACF-FE2E-33FC-E9C849F3E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7B7DF-828E-449D-8DF6-D1BD9070925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269944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82FA390-5FC4-8F10-AC09-1ACCEF95C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72A30FE7-F82C-C1BE-DDF9-1191A2781A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3844E7A-7DA8-E43F-8B69-11AA10414B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B462544-B916-A899-ED6C-267B305EB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0A795-4461-4DA4-A2AC-D10BBC622091}" type="datetimeFigureOut">
              <a:rPr lang="de-DE" smtClean="0"/>
              <a:t>04.05.2025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F07F8CE-CAA8-8469-7C83-6A0AAA06F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1A895BE-89B3-A50C-B143-8FF10F07F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7B7DF-828E-449D-8DF6-D1BD9070925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103268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834550-4BDA-1616-77EA-933C53D94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FEDD8D64-1DA5-2E8E-4A3C-02253D6FDC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24190A7-8DA8-B00A-3689-975A673CD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0A795-4461-4DA4-A2AC-D10BBC622091}" type="datetimeFigureOut">
              <a:rPr lang="de-DE" smtClean="0"/>
              <a:t>04.05.2025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1618F58-5374-68F9-FFDA-DA8CA1D0D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8E946A5-BFDB-4588-0875-F2FD1681F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7B7DF-828E-449D-8DF6-D1BD9070925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930168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F6415AEC-B5EC-4BBA-0679-AA111C85C3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B4BE2A0-BC74-D54E-D27F-B80C179CD6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17176C9-728B-B74F-DED5-1BFBA25672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0A795-4461-4DA4-A2AC-D10BBC622091}" type="datetimeFigureOut">
              <a:rPr lang="de-DE" smtClean="0"/>
              <a:t>04.05.2025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2B21C81-7C61-1156-123C-8A6EF6BD0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6D30392-065E-3062-BB6F-35EE019D0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7B7DF-828E-449D-8DF6-D1BD9070925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589016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73F75F3C-ADBA-AAE3-F7D0-47A315C6C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A9B65F4-A216-0475-7A02-E86F3665CF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32AD985-CDB1-6879-D60A-2D58577198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80A795-4461-4DA4-A2AC-D10BBC622091}" type="datetimeFigureOut">
              <a:rPr lang="de-DE" smtClean="0"/>
              <a:t>04.05.2025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DAE91AE-4E1E-B602-B9EE-0D4EED739C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3575931-83A0-A4B7-4FD9-5AD07D0DCB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17B7DF-828E-449D-8DF6-D1BD9070925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63083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image" Target="../media/image6.png"/><Relationship Id="rId18" Type="http://schemas.openxmlformats.org/officeDocument/2006/relationships/customXml" Target="../ink/ink9.xml"/><Relationship Id="rId3" Type="http://schemas.openxmlformats.org/officeDocument/2006/relationships/image" Target="../media/image1.png"/><Relationship Id="rId21" Type="http://schemas.openxmlformats.org/officeDocument/2006/relationships/image" Target="../media/image10.png"/><Relationship Id="rId7" Type="http://schemas.openxmlformats.org/officeDocument/2006/relationships/image" Target="../media/image3.png"/><Relationship Id="rId12" Type="http://schemas.openxmlformats.org/officeDocument/2006/relationships/customXml" Target="../ink/ink6.xml"/><Relationship Id="rId17" Type="http://schemas.openxmlformats.org/officeDocument/2006/relationships/image" Target="../media/image8.png"/><Relationship Id="rId2" Type="http://schemas.openxmlformats.org/officeDocument/2006/relationships/customXml" Target="../ink/ink1.xml"/><Relationship Id="rId16" Type="http://schemas.openxmlformats.org/officeDocument/2006/relationships/customXml" Target="../ink/ink8.xml"/><Relationship Id="rId20" Type="http://schemas.openxmlformats.org/officeDocument/2006/relationships/customXml" Target="../ink/ink10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11" Type="http://schemas.openxmlformats.org/officeDocument/2006/relationships/image" Target="../media/image5.png"/><Relationship Id="rId5" Type="http://schemas.openxmlformats.org/officeDocument/2006/relationships/image" Target="../media/image2.png"/><Relationship Id="rId15" Type="http://schemas.openxmlformats.org/officeDocument/2006/relationships/image" Target="../media/image7.png"/><Relationship Id="rId23" Type="http://schemas.openxmlformats.org/officeDocument/2006/relationships/image" Target="../media/image11.png"/><Relationship Id="rId10" Type="http://schemas.openxmlformats.org/officeDocument/2006/relationships/customXml" Target="../ink/ink5.xml"/><Relationship Id="rId19" Type="http://schemas.openxmlformats.org/officeDocument/2006/relationships/image" Target="../media/image9.png"/><Relationship Id="rId4" Type="http://schemas.openxmlformats.org/officeDocument/2006/relationships/customXml" Target="../ink/ink2.xml"/><Relationship Id="rId9" Type="http://schemas.openxmlformats.org/officeDocument/2006/relationships/image" Target="../media/image4.png"/><Relationship Id="rId14" Type="http://schemas.openxmlformats.org/officeDocument/2006/relationships/customXml" Target="../ink/ink7.xml"/><Relationship Id="rId22" Type="http://schemas.openxmlformats.org/officeDocument/2006/relationships/customXml" Target="../ink/ink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135C3A9-38C0-2B3B-9440-840EBF9F69B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 err="1"/>
              <a:t>Assignment</a:t>
            </a:r>
            <a:r>
              <a:rPr lang="de-DE" dirty="0"/>
              <a:t> 2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C30A7BA-5764-B652-DCE6-8A01C176887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/>
              <a:t>SPP </a:t>
            </a:r>
            <a:r>
              <a:rPr lang="de-DE" dirty="0" err="1"/>
              <a:t>reversi</a:t>
            </a:r>
          </a:p>
        </p:txBody>
      </p:sp>
    </p:spTree>
    <p:extLst>
      <p:ext uri="{BB962C8B-B14F-4D97-AF65-F5344CB8AC3E}">
        <p14:creationId xmlns:p14="http://schemas.microsoft.com/office/powerpoint/2010/main" val="5545018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73B4FF-C895-B837-FA49-8F6253B468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268F5E3-495B-E163-1DDA-7DFAD77F7B1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Gameplay Implementation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7CBC9D3-4009-A026-C265-9A380557F56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de-DE" dirty="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06D52720-11D3-753A-C844-E1ACE1664595}"/>
              </a:ext>
            </a:extLst>
          </p:cNvPr>
          <p:cNvSpPr txBox="1"/>
          <p:nvPr/>
        </p:nvSpPr>
        <p:spPr>
          <a:xfrm>
            <a:off x="11914909" y="6486895"/>
            <a:ext cx="27709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de-DE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6149648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F78EF63-4578-B004-F172-D9780DEF72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Changed</a:t>
            </a:r>
            <a:r>
              <a:rPr lang="de-DE" dirty="0"/>
              <a:t> </a:t>
            </a:r>
            <a:r>
              <a:rPr lang="de-DE" dirty="0" err="1"/>
              <a:t>Datastructures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5028ED0-DD09-E1BE-B0EC-68C69FE54C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Neighbour</a:t>
            </a:r>
            <a:r>
              <a:rPr lang="de-DE" dirty="0"/>
              <a:t> Arrays</a:t>
            </a:r>
          </a:p>
          <a:p>
            <a:r>
              <a:rPr lang="de-DE" dirty="0" err="1"/>
              <a:t>Hashmap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owners</a:t>
            </a:r>
            <a:endParaRPr lang="de-DE" dirty="0"/>
          </a:p>
        </p:txBody>
      </p:sp>
      <p:graphicFrame>
        <p:nvGraphicFramePr>
          <p:cNvPr id="5" name="Tabelle 4">
            <a:extLst>
              <a:ext uri="{FF2B5EF4-FFF2-40B4-BE49-F238E27FC236}">
                <a16:creationId xmlns:a16="http://schemas.microsoft.com/office/drawing/2014/main" id="{73A273EE-7A82-083B-3B12-02FFE65722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0886685"/>
              </p:ext>
            </p:extLst>
          </p:nvPr>
        </p:nvGraphicFramePr>
        <p:xfrm>
          <a:off x="1215571" y="3429000"/>
          <a:ext cx="3029856" cy="25025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09952">
                  <a:extLst>
                    <a:ext uri="{9D8B030D-6E8A-4147-A177-3AD203B41FA5}">
                      <a16:colId xmlns:a16="http://schemas.microsoft.com/office/drawing/2014/main" val="1151553743"/>
                    </a:ext>
                  </a:extLst>
                </a:gridCol>
                <a:gridCol w="1009952">
                  <a:extLst>
                    <a:ext uri="{9D8B030D-6E8A-4147-A177-3AD203B41FA5}">
                      <a16:colId xmlns:a16="http://schemas.microsoft.com/office/drawing/2014/main" val="2172221519"/>
                    </a:ext>
                  </a:extLst>
                </a:gridCol>
                <a:gridCol w="1009952">
                  <a:extLst>
                    <a:ext uri="{9D8B030D-6E8A-4147-A177-3AD203B41FA5}">
                      <a16:colId xmlns:a16="http://schemas.microsoft.com/office/drawing/2014/main" val="373206383"/>
                    </a:ext>
                  </a:extLst>
                </a:gridCol>
              </a:tblGrid>
              <a:tr h="834168">
                <a:tc>
                  <a:txBody>
                    <a:bodyPr/>
                    <a:lstStyle/>
                    <a:p>
                      <a:r>
                        <a:rPr lang="de-DE" sz="4800" dirty="0"/>
                        <a:t>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4800" dirty="0"/>
                        <a:t>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4800" dirty="0"/>
                        <a:t> 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6717988"/>
                  </a:ext>
                </a:extLst>
              </a:tr>
              <a:tr h="834168">
                <a:tc>
                  <a:txBody>
                    <a:bodyPr/>
                    <a:lstStyle/>
                    <a:p>
                      <a:r>
                        <a:rPr lang="de-DE" sz="4800" dirty="0"/>
                        <a:t>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48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4800" dirty="0"/>
                        <a:t> 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7621724"/>
                  </a:ext>
                </a:extLst>
              </a:tr>
              <a:tr h="834168">
                <a:tc>
                  <a:txBody>
                    <a:bodyPr/>
                    <a:lstStyle/>
                    <a:p>
                      <a:r>
                        <a:rPr lang="de-DE" sz="4800" dirty="0"/>
                        <a:t>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4800" dirty="0"/>
                        <a:t>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4800" dirty="0"/>
                        <a:t> 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1379919"/>
                  </a:ext>
                </a:extLst>
              </a:tr>
            </a:tbl>
          </a:graphicData>
        </a:graphic>
      </p:graphicFrame>
      <p:graphicFrame>
        <p:nvGraphicFramePr>
          <p:cNvPr id="6" name="Tabelle 5">
            <a:extLst>
              <a:ext uri="{FF2B5EF4-FFF2-40B4-BE49-F238E27FC236}">
                <a16:creationId xmlns:a16="http://schemas.microsoft.com/office/drawing/2014/main" id="{D3AF61EA-A84E-05A0-EEF7-07957E1680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8391411"/>
              </p:ext>
            </p:extLst>
          </p:nvPr>
        </p:nvGraphicFramePr>
        <p:xfrm>
          <a:off x="8436429" y="4296493"/>
          <a:ext cx="2656113" cy="76751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85371">
                  <a:extLst>
                    <a:ext uri="{9D8B030D-6E8A-4147-A177-3AD203B41FA5}">
                      <a16:colId xmlns:a16="http://schemas.microsoft.com/office/drawing/2014/main" val="3166297816"/>
                    </a:ext>
                  </a:extLst>
                </a:gridCol>
                <a:gridCol w="885371">
                  <a:extLst>
                    <a:ext uri="{9D8B030D-6E8A-4147-A177-3AD203B41FA5}">
                      <a16:colId xmlns:a16="http://schemas.microsoft.com/office/drawing/2014/main" val="2882343562"/>
                    </a:ext>
                  </a:extLst>
                </a:gridCol>
                <a:gridCol w="885371">
                  <a:extLst>
                    <a:ext uri="{9D8B030D-6E8A-4147-A177-3AD203B41FA5}">
                      <a16:colId xmlns:a16="http://schemas.microsoft.com/office/drawing/2014/main" val="1841072126"/>
                    </a:ext>
                  </a:extLst>
                </a:gridCol>
              </a:tblGrid>
              <a:tr h="767518">
                <a:tc>
                  <a:txBody>
                    <a:bodyPr/>
                    <a:lstStyle/>
                    <a:p>
                      <a:r>
                        <a:rPr lang="de-DE" sz="4400" dirty="0"/>
                        <a:t>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4400" dirty="0"/>
                        <a:t>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4400" dirty="0"/>
                        <a:t>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4556391"/>
                  </a:ext>
                </a:extLst>
              </a:tr>
            </a:tbl>
          </a:graphicData>
        </a:graphic>
      </p:graphicFrame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3AC5B58F-2751-F19D-2858-1C1DC0F49EB1}"/>
              </a:ext>
            </a:extLst>
          </p:cNvPr>
          <p:cNvCxnSpPr/>
          <p:nvPr/>
        </p:nvCxnSpPr>
        <p:spPr>
          <a:xfrm>
            <a:off x="4704202" y="4680252"/>
            <a:ext cx="3084723" cy="0"/>
          </a:xfrm>
          <a:prstGeom prst="straightConnector1">
            <a:avLst/>
          </a:prstGeom>
          <a:ln w="476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" name="Textfeld 8">
            <a:extLst>
              <a:ext uri="{FF2B5EF4-FFF2-40B4-BE49-F238E27FC236}">
                <a16:creationId xmlns:a16="http://schemas.microsoft.com/office/drawing/2014/main" id="{06119F88-F4FB-A140-2075-724077B05A10}"/>
              </a:ext>
            </a:extLst>
          </p:cNvPr>
          <p:cNvSpPr txBox="1"/>
          <p:nvPr/>
        </p:nvSpPr>
        <p:spPr>
          <a:xfrm>
            <a:off x="4918507" y="4096438"/>
            <a:ext cx="26561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/>
              <a:t>„Player 1  (2,1)“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913F5221-8220-F518-60CD-CE6EAC81428F}"/>
              </a:ext>
            </a:extLst>
          </p:cNvPr>
          <p:cNvSpPr txBox="1"/>
          <p:nvPr/>
        </p:nvSpPr>
        <p:spPr>
          <a:xfrm>
            <a:off x="11865429" y="637902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769459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443B4E-3AC3-B418-BA29-68EDF08C1E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128DF16-60F4-73E6-BD73-0A8F63E78D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Further </a:t>
            </a:r>
            <a:r>
              <a:rPr lang="de-DE" dirty="0" err="1"/>
              <a:t>Improvements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F2646AF-1606-C4A5-B285-C3E80031E2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Byte </a:t>
            </a:r>
            <a:r>
              <a:rPr lang="de-DE" dirty="0" err="1"/>
              <a:t>Hashmap</a:t>
            </a:r>
            <a:endParaRPr lang="de-DE" dirty="0"/>
          </a:p>
          <a:p>
            <a:r>
              <a:rPr lang="de-DE" dirty="0"/>
              <a:t>Position </a:t>
            </a:r>
            <a:r>
              <a:rPr lang="de-DE" dirty="0" err="1"/>
              <a:t>datastructure</a:t>
            </a:r>
            <a:r>
              <a:rPr lang="de-DE" dirty="0"/>
              <a:t> </a:t>
            </a:r>
            <a:r>
              <a:rPr lang="de-DE" dirty="0" err="1"/>
              <a:t>storing</a:t>
            </a:r>
            <a:r>
              <a:rPr lang="de-DE" dirty="0"/>
              <a:t> </a:t>
            </a:r>
            <a:r>
              <a:rPr lang="de-DE" dirty="0" err="1"/>
              <a:t>moves</a:t>
            </a:r>
            <a:endParaRPr lang="de-DE" dirty="0"/>
          </a:p>
          <a:p>
            <a:r>
              <a:rPr lang="de-DE" dirty="0" err="1"/>
              <a:t>Efficient</a:t>
            </a:r>
            <a:r>
              <a:rPr lang="de-DE" dirty="0"/>
              <a:t> </a:t>
            </a:r>
            <a:r>
              <a:rPr lang="de-DE" dirty="0" err="1"/>
              <a:t>bombing</a:t>
            </a:r>
            <a:r>
              <a:rPr lang="de-DE" dirty="0"/>
              <a:t> </a:t>
            </a:r>
            <a:r>
              <a:rPr lang="de-DE" dirty="0" err="1"/>
              <a:t>algorithm</a:t>
            </a:r>
            <a:endParaRPr lang="de-DE" dirty="0"/>
          </a:p>
          <a:p>
            <a:endParaRPr lang="de-DE" dirty="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EBF0FD77-D580-57A5-7809-06E620B3336B}"/>
              </a:ext>
            </a:extLst>
          </p:cNvPr>
          <p:cNvSpPr txBox="1"/>
          <p:nvPr/>
        </p:nvSpPr>
        <p:spPr>
          <a:xfrm>
            <a:off x="11723914" y="6487886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7858215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3894DFF-E484-42E5-B84B-215F416BD8A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 </a:t>
            </a:r>
            <a:r>
              <a:rPr lang="de-DE" dirty="0" err="1"/>
              <a:t>Heuristics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C46C309-8DEF-42A4-A0B6-D50FAAF0D1A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de-DE" dirty="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F9296FB0-CB7E-54DA-CA9F-31B71A341D9C}"/>
              </a:ext>
            </a:extLst>
          </p:cNvPr>
          <p:cNvSpPr txBox="1"/>
          <p:nvPr/>
        </p:nvSpPr>
        <p:spPr>
          <a:xfrm>
            <a:off x="11914909" y="6486895"/>
            <a:ext cx="27709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de-DE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811154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1A51355-DC05-F53E-E459-075733FD43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Classical</a:t>
            </a:r>
            <a:r>
              <a:rPr lang="de-DE" dirty="0"/>
              <a:t> </a:t>
            </a:r>
            <a:r>
              <a:rPr lang="de-DE" dirty="0" err="1"/>
              <a:t>heuristics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E24B274-260E-1E51-450D-9F25D3C5B4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Font typeface="Calibri" panose="020B0604020202020204" pitchFamily="34" charset="0"/>
              <a:buChar char="-"/>
            </a:pPr>
            <a:r>
              <a:rPr lang="de-DE" dirty="0"/>
              <a:t>Most </a:t>
            </a:r>
            <a:r>
              <a:rPr lang="de-DE" dirty="0" err="1"/>
              <a:t>stones</a:t>
            </a:r>
            <a:endParaRPr lang="de-DE" dirty="0"/>
          </a:p>
          <a:p>
            <a:pPr>
              <a:buFont typeface="Calibri" panose="020B0604020202020204" pitchFamily="34" charset="0"/>
              <a:buChar char="-"/>
            </a:pPr>
            <a:endParaRPr lang="de-DE" dirty="0"/>
          </a:p>
          <a:p>
            <a:pPr>
              <a:buFont typeface="Calibri" panose="020B0604020202020204" pitchFamily="34" charset="0"/>
              <a:buChar char="-"/>
            </a:pPr>
            <a:endParaRPr lang="de-DE" dirty="0"/>
          </a:p>
          <a:p>
            <a:pPr>
              <a:buFont typeface="Calibri" panose="020B0604020202020204" pitchFamily="34" charset="0"/>
              <a:buChar char="-"/>
            </a:pPr>
            <a:endParaRPr lang="de-DE" dirty="0"/>
          </a:p>
          <a:p>
            <a:pPr>
              <a:buFont typeface="Calibri" panose="020B0604020202020204" pitchFamily="34" charset="0"/>
              <a:buChar char="-"/>
            </a:pPr>
            <a:r>
              <a:rPr lang="de-DE" dirty="0"/>
              <a:t>Problem: not </a:t>
            </a:r>
            <a:r>
              <a:rPr lang="de-DE" dirty="0" err="1"/>
              <a:t>really</a:t>
            </a:r>
            <a:r>
              <a:rPr lang="de-DE" dirty="0"/>
              <a:t> </a:t>
            </a:r>
            <a:r>
              <a:rPr lang="de-DE" dirty="0" err="1"/>
              <a:t>important</a:t>
            </a:r>
            <a:r>
              <a:rPr lang="de-DE" dirty="0"/>
              <a:t> in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first</a:t>
            </a:r>
            <a:r>
              <a:rPr lang="de-DE" dirty="0"/>
              <a:t> half</a:t>
            </a:r>
            <a:endParaRPr lang="de-DE"/>
          </a:p>
          <a:p>
            <a:pPr marL="0" indent="0">
              <a:buNone/>
            </a:pPr>
            <a:endParaRPr lang="de-DE" dirty="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B6035886-583D-3E7D-CB0D-DABE34508B7A}"/>
              </a:ext>
            </a:extLst>
          </p:cNvPr>
          <p:cNvSpPr txBox="1"/>
          <p:nvPr/>
        </p:nvSpPr>
        <p:spPr>
          <a:xfrm>
            <a:off x="11865429" y="6520543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7346166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101ADC-7C54-867A-1A99-1F8724AFBA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Corner Border </a:t>
            </a:r>
            <a:r>
              <a:rPr lang="de-DE" dirty="0" err="1"/>
              <a:t>heuristic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26A40CE-3E3E-5A25-1C91-153A2EDC13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/>
              <a:t>Corners = 5 </a:t>
            </a:r>
            <a:r>
              <a:rPr lang="de-DE" dirty="0" err="1"/>
              <a:t>pts</a:t>
            </a:r>
          </a:p>
          <a:p>
            <a:r>
              <a:rPr lang="de-DE" dirty="0" err="1"/>
              <a:t>Borderstone</a:t>
            </a:r>
            <a:r>
              <a:rPr lang="de-DE" dirty="0"/>
              <a:t> = 1 </a:t>
            </a:r>
            <a:r>
              <a:rPr lang="de-DE" dirty="0" err="1"/>
              <a:t>pts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B37108F6-E79E-9E91-E524-ED5D8A2B5328}"/>
              </a:ext>
            </a:extLst>
          </p:cNvPr>
          <p:cNvSpPr txBox="1"/>
          <p:nvPr/>
        </p:nvSpPr>
        <p:spPr>
          <a:xfrm>
            <a:off x="11821886" y="6564086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4060937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6D67497-DF84-DF92-4641-A053DE835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Testing</a:t>
            </a:r>
            <a:r>
              <a:rPr lang="de-DE" dirty="0"/>
              <a:t> </a:t>
            </a:r>
            <a:r>
              <a:rPr lang="de-DE" dirty="0" err="1"/>
              <a:t>results</a:t>
            </a:r>
          </a:p>
        </p:txBody>
      </p:sp>
      <p:graphicFrame>
        <p:nvGraphicFramePr>
          <p:cNvPr id="10" name="Inhaltsplatzhalter 9">
            <a:extLst>
              <a:ext uri="{FF2B5EF4-FFF2-40B4-BE49-F238E27FC236}">
                <a16:creationId xmlns:a16="http://schemas.microsoft.com/office/drawing/2014/main" id="{FF6E75FF-28F5-37C7-F8AF-AD08A11FF6B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00052556"/>
              </p:ext>
            </p:extLst>
          </p:nvPr>
        </p:nvGraphicFramePr>
        <p:xfrm>
          <a:off x="838200" y="1825625"/>
          <a:ext cx="105156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8736679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74890384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227547437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02232374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5041779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de-DE" sz="1800" b="0" i="0" u="none" strike="noStrike" noProof="0" dirty="0">
                          <a:latin typeface="Aptos"/>
                        </a:rPr>
                        <a:t>time + </a:t>
                      </a:r>
                      <a:r>
                        <a:rPr lang="de-DE" sz="1800" b="0" i="0" u="none" strike="noStrike" noProof="0" dirty="0" err="1">
                          <a:latin typeface="Aptos"/>
                        </a:rPr>
                        <a:t>us</a:t>
                      </a:r>
                      <a:endParaRPr lang="de-DE" dirty="0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de-DE" sz="1800" b="0" i="0" u="none" strike="noStrike" noProof="0" dirty="0" err="1">
                          <a:latin typeface="Aptos"/>
                        </a:rPr>
                        <a:t>most</a:t>
                      </a:r>
                      <a:r>
                        <a:rPr lang="de-DE" sz="1800" b="0" i="0" u="none" strike="noStrike" noProof="0" dirty="0">
                          <a:latin typeface="Aptos"/>
                        </a:rPr>
                        <a:t> </a:t>
                      </a:r>
                      <a:r>
                        <a:rPr lang="de-DE" sz="1800" b="0" i="0" u="none" strike="noStrike" noProof="0" dirty="0" err="1">
                          <a:latin typeface="Aptos"/>
                        </a:rPr>
                        <a:t>stones</a:t>
                      </a:r>
                      <a:endParaRPr lang="de-DE" dirty="0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de-DE" sz="1800" b="0" i="0" u="none" strike="noStrike" noProof="0" dirty="0">
                          <a:latin typeface="Aptos"/>
                        </a:rPr>
                        <a:t>least </a:t>
                      </a:r>
                      <a:r>
                        <a:rPr lang="de-DE" sz="1800" b="0" i="0" u="none" strike="noStrike" noProof="0" dirty="0" err="1">
                          <a:latin typeface="Aptos"/>
                        </a:rPr>
                        <a:t>stones</a:t>
                      </a:r>
                      <a:endParaRPr lang="de-DE" dirty="0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de-DE" sz="1800" b="0" i="0" u="none" strike="noStrike" noProof="0" dirty="0" err="1">
                          <a:latin typeface="Aptos"/>
                        </a:rPr>
                        <a:t>first</a:t>
                      </a:r>
                      <a:endParaRPr lang="de-DE" dirty="0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de-DE" sz="1800" b="0" i="0" u="none" strike="noStrike" noProof="0" dirty="0" err="1">
                          <a:latin typeface="Aptos"/>
                        </a:rPr>
                        <a:t>Corners+Borders</a:t>
                      </a:r>
                      <a:endParaRPr lang="de-DE" dirty="0" err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14446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de-DE" sz="1800" b="0" i="0" u="none" strike="noStrike" noProof="0" dirty="0">
                          <a:latin typeface="Aptos"/>
                        </a:rPr>
                        <a:t>5s P1 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de-DE" sz="1800" b="0" i="0" u="none" strike="noStrike" noProof="0" dirty="0">
                          <a:latin typeface="Aptos"/>
                        </a:rPr>
                        <a:t>32 / 32 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de-DE" sz="1800" b="0" i="0" u="none" strike="noStrike" noProof="0" dirty="0">
                          <a:latin typeface="Aptos"/>
                        </a:rPr>
                        <a:t>38 / 26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de-DE" sz="1800" b="0" i="0" u="none" strike="noStrike" noProof="0" dirty="0">
                          <a:latin typeface="Aptos"/>
                        </a:rPr>
                        <a:t>28 / 36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de-DE" sz="1800" b="0" i="0" u="none" strike="noStrike" noProof="0" dirty="0">
                          <a:latin typeface="Aptos"/>
                        </a:rPr>
                        <a:t>38 / 26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32974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de-DE" sz="1800" b="0" i="0" u="none" strike="noStrike" noProof="0" dirty="0">
                          <a:latin typeface="Aptos"/>
                        </a:rPr>
                        <a:t>5s P2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de-DE" sz="1800" b="0" i="0" u="none" strike="noStrike" noProof="0" dirty="0">
                          <a:latin typeface="Aptos"/>
                        </a:rPr>
                        <a:t>38 / 26 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de-DE" sz="1800" b="0" i="0" u="none" strike="noStrike" noProof="0" dirty="0">
                          <a:latin typeface="Aptos"/>
                        </a:rPr>
                        <a:t>50 / 14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de-DE" sz="1800" b="0" i="0" u="none" strike="noStrike" noProof="0" dirty="0">
                          <a:latin typeface="Aptos"/>
                        </a:rPr>
                        <a:t>9 / 55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de-DE" sz="1800" b="0" i="0" u="none" strike="noStrike" noProof="0" dirty="0">
                          <a:latin typeface="Aptos"/>
                        </a:rPr>
                        <a:t>32 / 32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88114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de-DE" sz="1800" b="0" i="0" u="none" strike="noStrike" noProof="0" dirty="0">
                          <a:latin typeface="Aptos"/>
                        </a:rPr>
                        <a:t>2s P1 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de-DE" sz="1800" b="0" i="0" u="none" strike="noStrike" noProof="0" dirty="0">
                          <a:latin typeface="Aptos"/>
                        </a:rPr>
                        <a:t>36 / 28 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de-DE" sz="1800" b="0" i="0" u="none" strike="noStrike" noProof="0" dirty="0">
                          <a:latin typeface="Aptos"/>
                        </a:rPr>
                        <a:t>38 / 26 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de-DE" sz="1800" b="0" i="0" u="none" strike="noStrike" noProof="0" dirty="0">
                          <a:latin typeface="Aptos"/>
                        </a:rPr>
                        <a:t>28 / 36 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de-DE" sz="1800" b="0" i="0" u="none" strike="noStrike" noProof="0" dirty="0">
                          <a:latin typeface="Aptos"/>
                        </a:rPr>
                        <a:t>38 / 26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96615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de-DE" sz="1800" b="0" i="0" u="none" strike="noStrike" noProof="0" dirty="0">
                          <a:latin typeface="Aptos"/>
                        </a:rPr>
                        <a:t>2s P2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de-DE" sz="1800" b="0" i="0" u="none" strike="noStrike" noProof="0" dirty="0">
                          <a:latin typeface="Aptos"/>
                        </a:rPr>
                        <a:t>32 / 32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de-DE" sz="1800" b="0" i="0" u="none" strike="noStrike" noProof="0" dirty="0">
                          <a:latin typeface="Aptos"/>
                        </a:rPr>
                        <a:t>13 / 51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de-DE" sz="1800" b="0" i="0" u="none" strike="noStrike" noProof="0" dirty="0">
                          <a:latin typeface="Aptos"/>
                        </a:rPr>
                        <a:t>50 / 14 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de-DE" sz="1800" b="0" i="0" u="none" strike="noStrike" noProof="0" dirty="0">
                          <a:latin typeface="Aptos"/>
                        </a:rPr>
                        <a:t>5 / 59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569010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1" name="Freihand 10">
                <a:extLst>
                  <a:ext uri="{FF2B5EF4-FFF2-40B4-BE49-F238E27FC236}">
                    <a16:creationId xmlns:a16="http://schemas.microsoft.com/office/drawing/2014/main" id="{92750164-8A22-BD35-9D40-8DBF75A32F79}"/>
                  </a:ext>
                </a:extLst>
              </p14:cNvPr>
              <p14:cNvContentPartPr/>
              <p14:nvPr/>
            </p14:nvContentPartPr>
            <p14:xfrm>
              <a:off x="7164397" y="2582348"/>
              <a:ext cx="729876" cy="317788"/>
            </p14:xfrm>
          </p:contentPart>
        </mc:Choice>
        <mc:Fallback xmlns="">
          <p:pic>
            <p:nvPicPr>
              <p:cNvPr id="11" name="Freihand 10">
                <a:extLst>
                  <a:ext uri="{FF2B5EF4-FFF2-40B4-BE49-F238E27FC236}">
                    <a16:creationId xmlns:a16="http://schemas.microsoft.com/office/drawing/2014/main" id="{92750164-8A22-BD35-9D40-8DBF75A32F7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110412" y="2474501"/>
                <a:ext cx="837486" cy="53312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2" name="Freihand 11">
                <a:extLst>
                  <a:ext uri="{FF2B5EF4-FFF2-40B4-BE49-F238E27FC236}">
                    <a16:creationId xmlns:a16="http://schemas.microsoft.com/office/drawing/2014/main" id="{8AA95DC3-2A32-CD15-2A91-E640394060F1}"/>
                  </a:ext>
                </a:extLst>
              </p14:cNvPr>
              <p14:cNvContentPartPr/>
              <p14:nvPr/>
            </p14:nvContentPartPr>
            <p14:xfrm>
              <a:off x="7154451" y="3332045"/>
              <a:ext cx="822195" cy="270037"/>
            </p14:xfrm>
          </p:contentPart>
        </mc:Choice>
        <mc:Fallback xmlns="">
          <p:pic>
            <p:nvPicPr>
              <p:cNvPr id="12" name="Freihand 11">
                <a:extLst>
                  <a:ext uri="{FF2B5EF4-FFF2-40B4-BE49-F238E27FC236}">
                    <a16:creationId xmlns:a16="http://schemas.microsoft.com/office/drawing/2014/main" id="{8AA95DC3-2A32-CD15-2A91-E640394060F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00478" y="3224534"/>
                <a:ext cx="929782" cy="48541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3" name="Freihand 12">
                <a:extLst>
                  <a:ext uri="{FF2B5EF4-FFF2-40B4-BE49-F238E27FC236}">
                    <a16:creationId xmlns:a16="http://schemas.microsoft.com/office/drawing/2014/main" id="{FF385BF0-8564-CD6C-1DBD-ADAD5EA510B2}"/>
                  </a:ext>
                </a:extLst>
              </p14:cNvPr>
              <p14:cNvContentPartPr/>
              <p14:nvPr/>
            </p14:nvContentPartPr>
            <p14:xfrm>
              <a:off x="5076701" y="2652155"/>
              <a:ext cx="712266" cy="9896"/>
            </p14:xfrm>
          </p:contentPart>
        </mc:Choice>
        <mc:Fallback xmlns="">
          <p:pic>
            <p:nvPicPr>
              <p:cNvPr id="13" name="Freihand 12">
                <a:extLst>
                  <a:ext uri="{FF2B5EF4-FFF2-40B4-BE49-F238E27FC236}">
                    <a16:creationId xmlns:a16="http://schemas.microsoft.com/office/drawing/2014/main" id="{FF385BF0-8564-CD6C-1DBD-ADAD5EA510B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022741" y="-306749"/>
                <a:ext cx="819825" cy="593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4" name="Freihand 13">
                <a:extLst>
                  <a:ext uri="{FF2B5EF4-FFF2-40B4-BE49-F238E27FC236}">
                    <a16:creationId xmlns:a16="http://schemas.microsoft.com/office/drawing/2014/main" id="{B8A46D57-3FBB-4BD8-54E5-B28677CF1A08}"/>
                  </a:ext>
                </a:extLst>
              </p14:cNvPr>
              <p14:cNvContentPartPr/>
              <p14:nvPr/>
            </p14:nvContentPartPr>
            <p14:xfrm>
              <a:off x="5066805" y="2850077"/>
              <a:ext cx="67154" cy="9896"/>
            </p14:xfrm>
          </p:contentPart>
        </mc:Choice>
        <mc:Fallback xmlns="">
          <p:pic>
            <p:nvPicPr>
              <p:cNvPr id="14" name="Freihand 13">
                <a:extLst>
                  <a:ext uri="{FF2B5EF4-FFF2-40B4-BE49-F238E27FC236}">
                    <a16:creationId xmlns:a16="http://schemas.microsoft.com/office/drawing/2014/main" id="{B8A46D57-3FBB-4BD8-54E5-B28677CF1A08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013582" y="2602677"/>
                <a:ext cx="173957" cy="50387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5" name="Freihand 14">
                <a:extLst>
                  <a:ext uri="{FF2B5EF4-FFF2-40B4-BE49-F238E27FC236}">
                    <a16:creationId xmlns:a16="http://schemas.microsoft.com/office/drawing/2014/main" id="{FE810A46-BE8A-2756-4772-91800BFCB819}"/>
                  </a:ext>
                </a:extLst>
              </p14:cNvPr>
              <p14:cNvContentPartPr/>
              <p14:nvPr/>
            </p14:nvContentPartPr>
            <p14:xfrm>
              <a:off x="5165766" y="2859974"/>
              <a:ext cx="9896" cy="9896"/>
            </p14:xfrm>
          </p:contentPart>
        </mc:Choice>
        <mc:Fallback xmlns="">
          <p:pic>
            <p:nvPicPr>
              <p:cNvPr id="15" name="Freihand 14">
                <a:extLst>
                  <a:ext uri="{FF2B5EF4-FFF2-40B4-BE49-F238E27FC236}">
                    <a16:creationId xmlns:a16="http://schemas.microsoft.com/office/drawing/2014/main" id="{FE810A46-BE8A-2756-4772-91800BFCB819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042891" y="-98930"/>
                <a:ext cx="256471" cy="593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6" name="Freihand 15">
                <a:extLst>
                  <a:ext uri="{FF2B5EF4-FFF2-40B4-BE49-F238E27FC236}">
                    <a16:creationId xmlns:a16="http://schemas.microsoft.com/office/drawing/2014/main" id="{D98C7904-ABC8-78C8-080F-2680FB83EEC5}"/>
                  </a:ext>
                </a:extLst>
              </p14:cNvPr>
              <p14:cNvContentPartPr/>
              <p14:nvPr/>
            </p14:nvContentPartPr>
            <p14:xfrm>
              <a:off x="5215246" y="2859974"/>
              <a:ext cx="9974" cy="9896"/>
            </p14:xfrm>
          </p:contentPart>
        </mc:Choice>
        <mc:Fallback xmlns="">
          <p:pic>
            <p:nvPicPr>
              <p:cNvPr id="16" name="Freihand 15">
                <a:extLst>
                  <a:ext uri="{FF2B5EF4-FFF2-40B4-BE49-F238E27FC236}">
                    <a16:creationId xmlns:a16="http://schemas.microsoft.com/office/drawing/2014/main" id="{D98C7904-ABC8-78C8-080F-2680FB83EEC5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164000" y="-98930"/>
                <a:ext cx="112809" cy="593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7" name="Freihand 16">
                <a:extLst>
                  <a:ext uri="{FF2B5EF4-FFF2-40B4-BE49-F238E27FC236}">
                    <a16:creationId xmlns:a16="http://schemas.microsoft.com/office/drawing/2014/main" id="{F51E3759-B01B-380B-67A8-20A3DC6A7BD1}"/>
                  </a:ext>
                </a:extLst>
              </p14:cNvPr>
              <p14:cNvContentPartPr/>
              <p14:nvPr/>
            </p14:nvContentPartPr>
            <p14:xfrm>
              <a:off x="5235038" y="2859974"/>
              <a:ext cx="67317" cy="9896"/>
            </p14:xfrm>
          </p:contentPart>
        </mc:Choice>
        <mc:Fallback xmlns="">
          <p:pic>
            <p:nvPicPr>
              <p:cNvPr id="17" name="Freihand 16">
                <a:extLst>
                  <a:ext uri="{FF2B5EF4-FFF2-40B4-BE49-F238E27FC236}">
                    <a16:creationId xmlns:a16="http://schemas.microsoft.com/office/drawing/2014/main" id="{F51E3759-B01B-380B-67A8-20A3DC6A7BD1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181686" y="-98930"/>
                <a:ext cx="174380" cy="593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8" name="Freihand 17">
                <a:extLst>
                  <a:ext uri="{FF2B5EF4-FFF2-40B4-BE49-F238E27FC236}">
                    <a16:creationId xmlns:a16="http://schemas.microsoft.com/office/drawing/2014/main" id="{6A622571-46B0-4DF6-B1C8-2D4BEF90F151}"/>
                  </a:ext>
                </a:extLst>
              </p14:cNvPr>
              <p14:cNvContentPartPr/>
              <p14:nvPr/>
            </p14:nvContentPartPr>
            <p14:xfrm>
              <a:off x="5403273" y="2826116"/>
              <a:ext cx="422176" cy="33857"/>
            </p14:xfrm>
          </p:contentPart>
        </mc:Choice>
        <mc:Fallback xmlns="">
          <p:pic>
            <p:nvPicPr>
              <p:cNvPr id="18" name="Freihand 17">
                <a:extLst>
                  <a:ext uri="{FF2B5EF4-FFF2-40B4-BE49-F238E27FC236}">
                    <a16:creationId xmlns:a16="http://schemas.microsoft.com/office/drawing/2014/main" id="{6A622571-46B0-4DF6-B1C8-2D4BEF90F151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349692" y="2719199"/>
                <a:ext cx="529698" cy="24733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9" name="Freihand 18">
                <a:extLst>
                  <a:ext uri="{FF2B5EF4-FFF2-40B4-BE49-F238E27FC236}">
                    <a16:creationId xmlns:a16="http://schemas.microsoft.com/office/drawing/2014/main" id="{5A582121-9C4D-C213-EFAB-702E1BE46A9B}"/>
                  </a:ext>
                </a:extLst>
              </p14:cNvPr>
              <p14:cNvContentPartPr/>
              <p14:nvPr/>
            </p14:nvContentPartPr>
            <p14:xfrm>
              <a:off x="5066805" y="3354369"/>
              <a:ext cx="751002" cy="49889"/>
            </p14:xfrm>
          </p:contentPart>
        </mc:Choice>
        <mc:Fallback xmlns="">
          <p:pic>
            <p:nvPicPr>
              <p:cNvPr id="19" name="Freihand 18">
                <a:extLst>
                  <a:ext uri="{FF2B5EF4-FFF2-40B4-BE49-F238E27FC236}">
                    <a16:creationId xmlns:a16="http://schemas.microsoft.com/office/drawing/2014/main" id="{5A582121-9C4D-C213-EFAB-702E1BE46A9B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5013188" y="3247464"/>
                <a:ext cx="858596" cy="26334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0" name="Freihand 19">
                <a:extLst>
                  <a:ext uri="{FF2B5EF4-FFF2-40B4-BE49-F238E27FC236}">
                    <a16:creationId xmlns:a16="http://schemas.microsoft.com/office/drawing/2014/main" id="{A355111C-EB87-D2FC-0978-1135A0CCD592}"/>
                  </a:ext>
                </a:extLst>
              </p14:cNvPr>
              <p14:cNvContentPartPr/>
              <p14:nvPr/>
            </p14:nvContentPartPr>
            <p14:xfrm>
              <a:off x="5066805" y="3552270"/>
              <a:ext cx="770749" cy="40446"/>
            </p14:xfrm>
          </p:contentPart>
        </mc:Choice>
        <mc:Fallback xmlns="">
          <p:pic>
            <p:nvPicPr>
              <p:cNvPr id="20" name="Freihand 19">
                <a:extLst>
                  <a:ext uri="{FF2B5EF4-FFF2-40B4-BE49-F238E27FC236}">
                    <a16:creationId xmlns:a16="http://schemas.microsoft.com/office/drawing/2014/main" id="{A355111C-EB87-D2FC-0978-1135A0CCD592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5013191" y="3445249"/>
                <a:ext cx="878337" cy="25484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22" name="Freihand 21">
                <a:extLst>
                  <a:ext uri="{FF2B5EF4-FFF2-40B4-BE49-F238E27FC236}">
                    <a16:creationId xmlns:a16="http://schemas.microsoft.com/office/drawing/2014/main" id="{A6FE1BD7-2115-CEDE-394E-2A9E0E7039DF}"/>
                  </a:ext>
                </a:extLst>
              </p14:cNvPr>
              <p14:cNvContentPartPr/>
              <p14:nvPr/>
            </p14:nvContentPartPr>
            <p14:xfrm>
              <a:off x="3028208" y="2754492"/>
              <a:ext cx="675630" cy="26744"/>
            </p14:xfrm>
          </p:contentPart>
        </mc:Choice>
        <mc:Fallback xmlns="">
          <p:pic>
            <p:nvPicPr>
              <p:cNvPr id="22" name="Freihand 21">
                <a:extLst>
                  <a:ext uri="{FF2B5EF4-FFF2-40B4-BE49-F238E27FC236}">
                    <a16:creationId xmlns:a16="http://schemas.microsoft.com/office/drawing/2014/main" id="{A6FE1BD7-2115-CEDE-394E-2A9E0E7039DF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974604" y="2647873"/>
                <a:ext cx="783198" cy="240339"/>
              </a:xfrm>
              <a:prstGeom prst="rect">
                <a:avLst/>
              </a:prstGeom>
            </p:spPr>
          </p:pic>
        </mc:Fallback>
      </mc:AlternateContent>
      <p:sp>
        <p:nvSpPr>
          <p:cNvPr id="3" name="Textfeld 2">
            <a:extLst>
              <a:ext uri="{FF2B5EF4-FFF2-40B4-BE49-F238E27FC236}">
                <a16:creationId xmlns:a16="http://schemas.microsoft.com/office/drawing/2014/main" id="{7FC7E1CA-036E-E1DC-1A24-35F6C5F835C0}"/>
              </a:ext>
            </a:extLst>
          </p:cNvPr>
          <p:cNvSpPr txBox="1"/>
          <p:nvPr/>
        </p:nvSpPr>
        <p:spPr>
          <a:xfrm>
            <a:off x="11734800" y="648866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42429604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42672A8-639F-1983-157D-FD8F60C96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Item </a:t>
            </a:r>
            <a:r>
              <a:rPr lang="de-DE" dirty="0" err="1"/>
              <a:t>heuristic</a:t>
            </a:r>
          </a:p>
        </p:txBody>
      </p:sp>
      <p:sp>
        <p:nvSpPr>
          <p:cNvPr id="5" name="Pfeil: nach rechts 4">
            <a:extLst>
              <a:ext uri="{FF2B5EF4-FFF2-40B4-BE49-F238E27FC236}">
                <a16:creationId xmlns:a16="http://schemas.microsoft.com/office/drawing/2014/main" id="{C1748AD5-0EE9-B654-2519-B7B483C2566D}"/>
              </a:ext>
            </a:extLst>
          </p:cNvPr>
          <p:cNvSpPr/>
          <p:nvPr/>
        </p:nvSpPr>
        <p:spPr>
          <a:xfrm rot="-1020000">
            <a:off x="3216233" y="2350325"/>
            <a:ext cx="3156857" cy="63335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Chose bomb</a:t>
            </a:r>
          </a:p>
        </p:txBody>
      </p:sp>
      <p:sp>
        <p:nvSpPr>
          <p:cNvPr id="6" name="Pfeil: nach rechts 5">
            <a:extLst>
              <a:ext uri="{FF2B5EF4-FFF2-40B4-BE49-F238E27FC236}">
                <a16:creationId xmlns:a16="http://schemas.microsoft.com/office/drawing/2014/main" id="{A1FBB7B4-CBA5-E802-C79F-E6F153C1577B}"/>
              </a:ext>
            </a:extLst>
          </p:cNvPr>
          <p:cNvSpPr/>
          <p:nvPr/>
        </p:nvSpPr>
        <p:spPr>
          <a:xfrm rot="420000">
            <a:off x="3221181" y="3621973"/>
            <a:ext cx="3156857" cy="63335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de-DE" dirty="0"/>
              <a:t>Chose </a:t>
            </a:r>
            <a:r>
              <a:rPr lang="de-DE" dirty="0" err="1"/>
              <a:t>overwrite</a:t>
            </a:r>
            <a:r>
              <a:rPr lang="de-DE" dirty="0"/>
              <a:t> </a:t>
            </a:r>
            <a:r>
              <a:rPr lang="de-DE" dirty="0" err="1"/>
              <a:t>stone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5F6A8D43-43E6-DCBF-B33E-048062852007}"/>
              </a:ext>
            </a:extLst>
          </p:cNvPr>
          <p:cNvSpPr txBox="1"/>
          <p:nvPr/>
        </p:nvSpPr>
        <p:spPr>
          <a:xfrm>
            <a:off x="7144987" y="1905000"/>
            <a:ext cx="345571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dirty="0" err="1"/>
              <a:t>Usually</a:t>
            </a:r>
            <a:r>
              <a:rPr lang="de-DE" dirty="0"/>
              <a:t> </a:t>
            </a:r>
            <a:r>
              <a:rPr lang="de-DE" dirty="0" err="1"/>
              <a:t>more</a:t>
            </a:r>
            <a:r>
              <a:rPr lang="de-DE" dirty="0"/>
              <a:t> "absolute" </a:t>
            </a:r>
            <a:r>
              <a:rPr lang="de-DE" dirty="0" err="1"/>
              <a:t>impact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C5A7B4DD-67CA-A9BE-4D7E-31E316522D12}"/>
              </a:ext>
            </a:extLst>
          </p:cNvPr>
          <p:cNvSpPr txBox="1"/>
          <p:nvPr/>
        </p:nvSpPr>
        <p:spPr>
          <a:xfrm>
            <a:off x="7159830" y="4067299"/>
            <a:ext cx="3231077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err="1"/>
              <a:t>Enables</a:t>
            </a:r>
            <a:r>
              <a:rPr lang="de-DE" dirty="0"/>
              <a:t> </a:t>
            </a:r>
            <a:r>
              <a:rPr lang="de-DE" err="1"/>
              <a:t>more</a:t>
            </a:r>
            <a:r>
              <a:rPr lang="de-DE" dirty="0"/>
              <a:t> </a:t>
            </a:r>
            <a:r>
              <a:rPr lang="de-DE" err="1"/>
              <a:t>moves</a:t>
            </a:r>
            <a:endParaRPr lang="de-DE" dirty="0" err="1"/>
          </a:p>
          <a:p>
            <a:r>
              <a:rPr lang="de-DE" dirty="0"/>
              <a:t>-&gt;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keep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player</a:t>
            </a:r>
            <a:r>
              <a:rPr lang="de-DE" dirty="0"/>
              <a:t> </a:t>
            </a:r>
            <a:r>
              <a:rPr lang="de-DE" dirty="0" err="1"/>
              <a:t>alive</a:t>
            </a:r>
          </a:p>
          <a:p>
            <a:r>
              <a:rPr lang="de-DE" dirty="0"/>
              <a:t>-&gt; "</a:t>
            </a:r>
            <a:r>
              <a:rPr lang="de-DE" dirty="0" err="1"/>
              <a:t>compounding</a:t>
            </a:r>
            <a:r>
              <a:rPr lang="de-DE" dirty="0"/>
              <a:t>" </a:t>
            </a:r>
            <a:r>
              <a:rPr lang="de-DE" dirty="0" err="1"/>
              <a:t>impact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5CFC384E-32FD-0042-FDC0-F5359B11D082}"/>
              </a:ext>
            </a:extLst>
          </p:cNvPr>
          <p:cNvSpPr/>
          <p:nvPr/>
        </p:nvSpPr>
        <p:spPr>
          <a:xfrm>
            <a:off x="1746660" y="2889662"/>
            <a:ext cx="1078675" cy="1048987"/>
          </a:xfrm>
          <a:prstGeom prst="rect">
            <a:avLst/>
          </a:prstGeom>
          <a:solidFill>
            <a:srgbClr val="FFFF00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4B2E476D-3873-6E36-CD5B-789A18B29274}"/>
              </a:ext>
            </a:extLst>
          </p:cNvPr>
          <p:cNvSpPr txBox="1"/>
          <p:nvPr/>
        </p:nvSpPr>
        <p:spPr>
          <a:xfrm>
            <a:off x="11914909" y="6486895"/>
            <a:ext cx="27709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de-DE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4784533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nhaltsplatzhalter 3" descr="Ein Bild, das Text, Screenshot, Schrift enthält.&#10;&#10;KI-generierte Inhalte können fehlerhaft sein.">
            <a:extLst>
              <a:ext uri="{FF2B5EF4-FFF2-40B4-BE49-F238E27FC236}">
                <a16:creationId xmlns:a16="http://schemas.microsoft.com/office/drawing/2014/main" id="{2797C9B1-CDAF-7083-ABA3-81B1C06462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3084" r="-55" b="-220"/>
          <a:stretch/>
        </p:blipFill>
        <p:spPr>
          <a:xfrm>
            <a:off x="637467" y="2101866"/>
            <a:ext cx="10911074" cy="2648203"/>
          </a:xfrm>
          <a:prstGeom prst="rect">
            <a:avLst/>
          </a:prstGeom>
          <a:ln>
            <a:noFill/>
          </a:ln>
        </p:spPr>
      </p:pic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2E544D44-246A-138F-C479-A7BD9CDF8F80}"/>
              </a:ext>
            </a:extLst>
          </p:cNvPr>
          <p:cNvSpPr txBox="1"/>
          <p:nvPr/>
        </p:nvSpPr>
        <p:spPr>
          <a:xfrm>
            <a:off x="1641764" y="815439"/>
            <a:ext cx="7899070" cy="76449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sz="4400" dirty="0">
                <a:latin typeface="Aptos Display"/>
              </a:rPr>
              <a:t>Item </a:t>
            </a:r>
            <a:r>
              <a:rPr lang="de-DE" sz="4400" dirty="0" err="1">
                <a:latin typeface="Aptos Display"/>
              </a:rPr>
              <a:t>heuristic</a:t>
            </a:r>
            <a:r>
              <a:rPr lang="de-DE" sz="4400" dirty="0">
                <a:latin typeface="Aptos Display"/>
              </a:rPr>
              <a:t>​ - </a:t>
            </a:r>
            <a:r>
              <a:rPr lang="de-DE" sz="4400" dirty="0" err="1">
                <a:latin typeface="Aptos Display"/>
              </a:rPr>
              <a:t>our</a:t>
            </a:r>
            <a:r>
              <a:rPr lang="de-DE" sz="4400" dirty="0">
                <a:latin typeface="Aptos Display"/>
              </a:rPr>
              <a:t> </a:t>
            </a:r>
            <a:r>
              <a:rPr lang="de-DE" sz="4400" dirty="0" err="1">
                <a:latin typeface="Aptos Display"/>
              </a:rPr>
              <a:t>solution</a:t>
            </a:r>
            <a:endParaRPr lang="de-DE" dirty="0" err="1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28E04143-24A8-3D9C-6C31-0D2CEAE9A2A6}"/>
              </a:ext>
            </a:extLst>
          </p:cNvPr>
          <p:cNvSpPr txBox="1"/>
          <p:nvPr/>
        </p:nvSpPr>
        <p:spPr>
          <a:xfrm>
            <a:off x="11914909" y="6486895"/>
            <a:ext cx="27709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de-DE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1795963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A7BA368-82F4-8CC5-D06C-8B186F594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Neighbour</a:t>
            </a:r>
            <a:r>
              <a:rPr lang="de-DE" dirty="0"/>
              <a:t> </a:t>
            </a:r>
            <a:r>
              <a:rPr lang="de-DE" dirty="0" err="1"/>
              <a:t>heuristic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ED557FB-BBCE-03CE-B9F7-2ED377FCDC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 err="1"/>
              <a:t>How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 </a:t>
            </a:r>
            <a:r>
              <a:rPr lang="de-DE" dirty="0" err="1"/>
              <a:t>bonus</a:t>
            </a:r>
            <a:r>
              <a:rPr lang="de-DE" dirty="0"/>
              <a:t> </a:t>
            </a:r>
            <a:r>
              <a:rPr lang="de-DE" dirty="0" err="1"/>
              <a:t>tiles</a:t>
            </a:r>
            <a:r>
              <a:rPr lang="de-DE" dirty="0"/>
              <a:t> </a:t>
            </a:r>
            <a:r>
              <a:rPr lang="de-DE" dirty="0" err="1"/>
              <a:t>captured</a:t>
            </a:r>
            <a:r>
              <a:rPr lang="de-DE" dirty="0"/>
              <a:t>?</a:t>
            </a:r>
          </a:p>
          <a:p>
            <a:r>
              <a:rPr lang="de-DE" dirty="0"/>
              <a:t>Same </a:t>
            </a:r>
            <a:r>
              <a:rPr lang="de-DE" dirty="0" err="1"/>
              <a:t>applies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choice</a:t>
            </a:r>
            <a:r>
              <a:rPr lang="de-DE" dirty="0"/>
              <a:t>, </a:t>
            </a:r>
            <a:r>
              <a:rPr lang="de-DE" dirty="0" err="1"/>
              <a:t>inversion</a:t>
            </a:r>
          </a:p>
          <a:p>
            <a:r>
              <a:rPr lang="de-DE" dirty="0"/>
              <a:t>Deny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opposition</a:t>
            </a:r>
            <a:r>
              <a:rPr lang="de-DE" dirty="0"/>
              <a:t> </a:t>
            </a:r>
            <a:r>
              <a:rPr lang="de-DE" dirty="0" err="1"/>
              <a:t>recources</a:t>
            </a:r>
          </a:p>
          <a:p>
            <a:r>
              <a:rPr lang="de-DE" dirty="0"/>
              <a:t>At </a:t>
            </a:r>
            <a:r>
              <a:rPr lang="de-DE" dirty="0" err="1"/>
              <a:t>what</a:t>
            </a:r>
            <a:r>
              <a:rPr lang="de-DE" dirty="0"/>
              <a:t> </a:t>
            </a:r>
            <a:r>
              <a:rPr lang="de-DE" dirty="0" err="1"/>
              <a:t>cost</a:t>
            </a:r>
            <a:r>
              <a:rPr lang="de-DE" dirty="0"/>
              <a:t>?</a:t>
            </a:r>
          </a:p>
          <a:p>
            <a:endParaRPr lang="de-DE" dirty="0"/>
          </a:p>
          <a:p>
            <a:endParaRPr lang="de-DE" dirty="0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C8E122FF-DCC8-B5B3-1783-2BCE21A9F0D7}"/>
              </a:ext>
            </a:extLst>
          </p:cNvPr>
          <p:cNvSpPr/>
          <p:nvPr/>
        </p:nvSpPr>
        <p:spPr>
          <a:xfrm>
            <a:off x="7046025" y="2869870"/>
            <a:ext cx="1078675" cy="104898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0E50662E-B654-9AFD-45E1-0F487BF0E3EC}"/>
              </a:ext>
            </a:extLst>
          </p:cNvPr>
          <p:cNvSpPr/>
          <p:nvPr/>
        </p:nvSpPr>
        <p:spPr>
          <a:xfrm>
            <a:off x="8124700" y="2869869"/>
            <a:ext cx="1078675" cy="104898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F4419C84-EB1C-1DE5-5B91-7CA3AE99C018}"/>
              </a:ext>
            </a:extLst>
          </p:cNvPr>
          <p:cNvSpPr/>
          <p:nvPr/>
        </p:nvSpPr>
        <p:spPr>
          <a:xfrm>
            <a:off x="7041076" y="1835727"/>
            <a:ext cx="1078675" cy="1048987"/>
          </a:xfrm>
          <a:prstGeom prst="rect">
            <a:avLst/>
          </a:prstGeom>
          <a:solidFill>
            <a:srgbClr val="FFFF00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66E0DA15-938D-91A1-20FF-F2A2BB9EBEF9}"/>
              </a:ext>
            </a:extLst>
          </p:cNvPr>
          <p:cNvSpPr/>
          <p:nvPr/>
        </p:nvSpPr>
        <p:spPr>
          <a:xfrm>
            <a:off x="8119751" y="1835726"/>
            <a:ext cx="1078675" cy="104898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B5C67947-23D4-7438-CB25-FC1606D37482}"/>
              </a:ext>
            </a:extLst>
          </p:cNvPr>
          <p:cNvSpPr/>
          <p:nvPr/>
        </p:nvSpPr>
        <p:spPr>
          <a:xfrm>
            <a:off x="9198427" y="2874817"/>
            <a:ext cx="1078675" cy="104898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9A66DA67-2922-BF6E-FDC0-975027D67022}"/>
              </a:ext>
            </a:extLst>
          </p:cNvPr>
          <p:cNvSpPr/>
          <p:nvPr/>
        </p:nvSpPr>
        <p:spPr>
          <a:xfrm>
            <a:off x="10277102" y="2874816"/>
            <a:ext cx="1078675" cy="104898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6874CA79-7613-E123-6FFF-399476B88F9C}"/>
              </a:ext>
            </a:extLst>
          </p:cNvPr>
          <p:cNvSpPr/>
          <p:nvPr/>
        </p:nvSpPr>
        <p:spPr>
          <a:xfrm>
            <a:off x="9193478" y="1840674"/>
            <a:ext cx="1078675" cy="104898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B27F5441-687E-B61B-BE31-BC739B6EEB37}"/>
              </a:ext>
            </a:extLst>
          </p:cNvPr>
          <p:cNvSpPr/>
          <p:nvPr/>
        </p:nvSpPr>
        <p:spPr>
          <a:xfrm>
            <a:off x="10272153" y="1840673"/>
            <a:ext cx="1078675" cy="104898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5D5127AD-02AC-F44F-A1AF-3D01D76E4828}"/>
              </a:ext>
            </a:extLst>
          </p:cNvPr>
          <p:cNvSpPr/>
          <p:nvPr/>
        </p:nvSpPr>
        <p:spPr>
          <a:xfrm>
            <a:off x="7050973" y="4952999"/>
            <a:ext cx="1078675" cy="104898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DF17C036-C93D-653F-2B6E-66D5F1C88801}"/>
              </a:ext>
            </a:extLst>
          </p:cNvPr>
          <p:cNvSpPr/>
          <p:nvPr/>
        </p:nvSpPr>
        <p:spPr>
          <a:xfrm>
            <a:off x="8129648" y="4952998"/>
            <a:ext cx="1078675" cy="1048987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87D31836-551F-AABE-EC2C-A73A286B6496}"/>
              </a:ext>
            </a:extLst>
          </p:cNvPr>
          <p:cNvSpPr/>
          <p:nvPr/>
        </p:nvSpPr>
        <p:spPr>
          <a:xfrm>
            <a:off x="7046024" y="3918856"/>
            <a:ext cx="1078675" cy="104898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57B0CB7D-D4B9-B4CC-0382-55A66F287212}"/>
              </a:ext>
            </a:extLst>
          </p:cNvPr>
          <p:cNvSpPr/>
          <p:nvPr/>
        </p:nvSpPr>
        <p:spPr>
          <a:xfrm>
            <a:off x="8124699" y="3918855"/>
            <a:ext cx="1078675" cy="104898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2F6735CB-6517-3C8A-E47B-DE1C1982C6F7}"/>
              </a:ext>
            </a:extLst>
          </p:cNvPr>
          <p:cNvSpPr/>
          <p:nvPr/>
        </p:nvSpPr>
        <p:spPr>
          <a:xfrm>
            <a:off x="9203375" y="4957946"/>
            <a:ext cx="1078675" cy="104898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C99ACF6C-30CC-9CBF-9112-905DC18426EC}"/>
              </a:ext>
            </a:extLst>
          </p:cNvPr>
          <p:cNvSpPr/>
          <p:nvPr/>
        </p:nvSpPr>
        <p:spPr>
          <a:xfrm>
            <a:off x="10282050" y="4957945"/>
            <a:ext cx="1078675" cy="104898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35796FB6-6222-2CEE-458E-0EB481797C9F}"/>
              </a:ext>
            </a:extLst>
          </p:cNvPr>
          <p:cNvSpPr/>
          <p:nvPr/>
        </p:nvSpPr>
        <p:spPr>
          <a:xfrm>
            <a:off x="9198426" y="3923803"/>
            <a:ext cx="1078675" cy="104898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1C7AEC03-C2DC-5403-F13A-3AE11D47893D}"/>
              </a:ext>
            </a:extLst>
          </p:cNvPr>
          <p:cNvSpPr/>
          <p:nvPr/>
        </p:nvSpPr>
        <p:spPr>
          <a:xfrm>
            <a:off x="10277101" y="3923802"/>
            <a:ext cx="1078675" cy="104898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32537804-1D80-9533-8165-759D6E6BA1EC}"/>
              </a:ext>
            </a:extLst>
          </p:cNvPr>
          <p:cNvSpPr/>
          <p:nvPr/>
        </p:nvSpPr>
        <p:spPr>
          <a:xfrm>
            <a:off x="7041076" y="272141"/>
            <a:ext cx="262247" cy="267195"/>
          </a:xfrm>
          <a:prstGeom prst="rect">
            <a:avLst/>
          </a:prstGeom>
          <a:solidFill>
            <a:srgbClr val="FFFF00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534B763F-9920-1478-0C53-7D46CEB11069}"/>
              </a:ext>
            </a:extLst>
          </p:cNvPr>
          <p:cNvSpPr/>
          <p:nvPr/>
        </p:nvSpPr>
        <p:spPr>
          <a:xfrm>
            <a:off x="7041076" y="672933"/>
            <a:ext cx="262247" cy="267195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CC44383D-8442-D91B-EE33-B6AA45639875}"/>
              </a:ext>
            </a:extLst>
          </p:cNvPr>
          <p:cNvSpPr/>
          <p:nvPr/>
        </p:nvSpPr>
        <p:spPr>
          <a:xfrm>
            <a:off x="7050972" y="1068777"/>
            <a:ext cx="262247" cy="267195"/>
          </a:xfrm>
          <a:prstGeom prst="rect">
            <a:avLst/>
          </a:prstGeom>
          <a:solidFill>
            <a:srgbClr val="FF0000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8062E38D-38AF-BA2F-DE2C-1A0E79DA51CF}"/>
              </a:ext>
            </a:extLst>
          </p:cNvPr>
          <p:cNvSpPr txBox="1"/>
          <p:nvPr/>
        </p:nvSpPr>
        <p:spPr>
          <a:xfrm>
            <a:off x="7441869" y="212765"/>
            <a:ext cx="147451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dirty="0"/>
              <a:t>Bonus </a:t>
            </a:r>
            <a:r>
              <a:rPr lang="de-DE" dirty="0" err="1"/>
              <a:t>tile</a:t>
            </a:r>
            <a:endParaRPr lang="de-DE"/>
          </a:p>
          <a:p>
            <a:endParaRPr lang="de-DE" dirty="0"/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AC0E5D1D-3DF2-0D91-C51E-56D32EBDA4D9}"/>
              </a:ext>
            </a:extLst>
          </p:cNvPr>
          <p:cNvSpPr txBox="1"/>
          <p:nvPr/>
        </p:nvSpPr>
        <p:spPr>
          <a:xfrm>
            <a:off x="7456713" y="613557"/>
            <a:ext cx="147451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dirty="0"/>
              <a:t>Player 1 </a:t>
            </a:r>
            <a:r>
              <a:rPr lang="de-DE" dirty="0" err="1"/>
              <a:t>tile</a:t>
            </a:r>
            <a:endParaRPr lang="en-US" dirty="0" err="1"/>
          </a:p>
          <a:p>
            <a:endParaRPr lang="de-DE" dirty="0"/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736E1B18-FAFD-8246-A40C-0F7932B6880B}"/>
              </a:ext>
            </a:extLst>
          </p:cNvPr>
          <p:cNvSpPr txBox="1"/>
          <p:nvPr/>
        </p:nvSpPr>
        <p:spPr>
          <a:xfrm>
            <a:off x="7456713" y="1009401"/>
            <a:ext cx="147451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dirty="0"/>
              <a:t>Player 2 </a:t>
            </a:r>
            <a:r>
              <a:rPr lang="de-DE" dirty="0" err="1"/>
              <a:t>tile</a:t>
            </a:r>
            <a:endParaRPr lang="en-US" dirty="0" err="1"/>
          </a:p>
          <a:p>
            <a:endParaRPr lang="de-DE" dirty="0"/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720413E7-E5A9-F895-284C-9E63208ABD69}"/>
              </a:ext>
            </a:extLst>
          </p:cNvPr>
          <p:cNvSpPr txBox="1"/>
          <p:nvPr/>
        </p:nvSpPr>
        <p:spPr>
          <a:xfrm>
            <a:off x="11680371" y="6486895"/>
            <a:ext cx="51163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de-DE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9371891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221</Words>
  <Application>Microsoft Office PowerPoint</Application>
  <PresentationFormat>Breitbild</PresentationFormat>
  <Paragraphs>85</Paragraphs>
  <Slides>11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Office</vt:lpstr>
      <vt:lpstr>Assignment 2</vt:lpstr>
      <vt:lpstr>Gameplay Implementation</vt:lpstr>
      <vt:lpstr>Changed Datastructures</vt:lpstr>
      <vt:lpstr>Further Improvements</vt:lpstr>
      <vt:lpstr> Heuristics</vt:lpstr>
      <vt:lpstr>Classical heuristics</vt:lpstr>
      <vt:lpstr>Corner Border heuristic</vt:lpstr>
      <vt:lpstr>Testing results</vt:lpstr>
      <vt:lpstr>Item heuristic</vt:lpstr>
      <vt:lpstr>PowerPoint-Präsentation</vt:lpstr>
      <vt:lpstr>Neighbour heuristic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Frithjof Alms</dc:creator>
  <cp:lastModifiedBy>Frithjof Alms</cp:lastModifiedBy>
  <cp:revision>269</cp:revision>
  <dcterms:created xsi:type="dcterms:W3CDTF">2025-05-02T17:33:40Z</dcterms:created>
  <dcterms:modified xsi:type="dcterms:W3CDTF">2025-05-04T21:08:59Z</dcterms:modified>
</cp:coreProperties>
</file>